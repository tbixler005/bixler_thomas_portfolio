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6"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6858000" cy="9144000"/>
  <p:embeddedFontLst>
    <p:embeddedFont>
      <p:font typeface="Figtree" panose="020B0604020202020204" charset="0"/>
      <p:regular r:id="rId16"/>
      <p:bold r:id="rId17"/>
      <p:italic r:id="rId18"/>
      <p:boldItalic r:id="rId19"/>
    </p:embeddedFont>
    <p:embeddedFont>
      <p:font typeface="Figtree Black" panose="020B0604020202020204" charset="0"/>
      <p:bold r:id="rId20"/>
      <p:boldItalic r:id="rId21"/>
    </p:embeddedFont>
    <p:embeddedFont>
      <p:font typeface="Figtree ExtraBold" panose="020B0604020202020204" charset="0"/>
      <p:bold r:id="rId22"/>
      <p:boldItalic r:id="rId23"/>
    </p:embeddedFont>
    <p:embeddedFont>
      <p:font typeface="Hanken Grotesk" panose="020B0604020202020204" charset="0"/>
      <p:regular r:id="rId24"/>
      <p:bold r:id="rId25"/>
      <p:italic r:id="rId26"/>
      <p:boldItalic r:id="rId27"/>
    </p:embeddedFont>
    <p:embeddedFont>
      <p:font typeface="Hanken Grotesk ExtraBold" panose="020B0604020202020204" charset="0"/>
      <p:bold r:id="rId28"/>
      <p:boldItalic r:id="rId29"/>
    </p:embeddedFont>
    <p:embeddedFont>
      <p:font typeface="Lato" panose="020F0502020204030203" pitchFamily="34" charset="0"/>
      <p:regular r:id="rId30"/>
      <p:bold r:id="rId31"/>
      <p:italic r:id="rId32"/>
      <p:boldItalic r:id="rId33"/>
    </p:embeddedFont>
    <p:embeddedFont>
      <p:font typeface="Nunito Light" pitchFamily="2" charset="0"/>
      <p:regular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0B40A5A-D7B2-4AD5-BCE4-0481CC6A861C}">
  <a:tblStyle styleId="{70B40A5A-D7B2-4AD5-BCE4-0481CC6A861C}"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6" d="100"/>
          <a:sy n="116" d="100"/>
        </p:scale>
        <p:origin x="749" y="67"/>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9" Type="http://schemas.microsoft.com/office/2016/11/relationships/changesInfo" Target="changesInfos/changesInfo1.xml"/><Relationship Id="rId21" Type="http://schemas.openxmlformats.org/officeDocument/2006/relationships/font" Target="fonts/font6.fntdata"/><Relationship Id="rId34" Type="http://schemas.openxmlformats.org/officeDocument/2006/relationships/font" Target="fonts/font19.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33" Type="http://schemas.openxmlformats.org/officeDocument/2006/relationships/font" Target="fonts/font18.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32" Type="http://schemas.openxmlformats.org/officeDocument/2006/relationships/font" Target="fonts/font17.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font" Target="fonts/font13.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font" Target="fonts/font15.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ixler, Thomas M" userId="0be7fe11-7194-468c-9944-b6697f6da2cd" providerId="ADAL" clId="{88DC0E8E-AABA-4618-8C5F-A1D4F46C59D1}"/>
    <pc:docChg chg="custSel modSld">
      <pc:chgData name="Bixler, Thomas M" userId="0be7fe11-7194-468c-9944-b6697f6da2cd" providerId="ADAL" clId="{88DC0E8E-AABA-4618-8C5F-A1D4F46C59D1}" dt="2026-04-21T18:19:37.380" v="4" actId="14100"/>
      <pc:docMkLst>
        <pc:docMk/>
      </pc:docMkLst>
      <pc:sldChg chg="addSp delSp modSp mod">
        <pc:chgData name="Bixler, Thomas M" userId="0be7fe11-7194-468c-9944-b6697f6da2cd" providerId="ADAL" clId="{88DC0E8E-AABA-4618-8C5F-A1D4F46C59D1}" dt="2026-04-21T18:19:37.380" v="4" actId="14100"/>
        <pc:sldMkLst>
          <pc:docMk/>
          <pc:sldMk cId="0" sldId="257"/>
        </pc:sldMkLst>
        <pc:spChg chg="add del mod">
          <ac:chgData name="Bixler, Thomas M" userId="0be7fe11-7194-468c-9944-b6697f6da2cd" providerId="ADAL" clId="{88DC0E8E-AABA-4618-8C5F-A1D4F46C59D1}" dt="2026-04-21T18:19:21.369" v="1" actId="21"/>
          <ac:spMkLst>
            <pc:docMk/>
            <pc:sldMk cId="0" sldId="257"/>
            <ac:spMk id="3" creationId="{0E54AD98-8342-EF6F-7ED2-1C0BAB043E60}"/>
          </ac:spMkLst>
        </pc:spChg>
        <pc:spChg chg="add del mod">
          <ac:chgData name="Bixler, Thomas M" userId="0be7fe11-7194-468c-9944-b6697f6da2cd" providerId="ADAL" clId="{88DC0E8E-AABA-4618-8C5F-A1D4F46C59D1}" dt="2026-04-21T18:19:31.690" v="3" actId="21"/>
          <ac:spMkLst>
            <pc:docMk/>
            <pc:sldMk cId="0" sldId="257"/>
            <ac:spMk id="5" creationId="{E511FF84-FA66-E0B6-C830-207E5DB743D8}"/>
          </ac:spMkLst>
        </pc:spChg>
        <pc:spChg chg="del">
          <ac:chgData name="Bixler, Thomas M" userId="0be7fe11-7194-468c-9944-b6697f6da2cd" providerId="ADAL" clId="{88DC0E8E-AABA-4618-8C5F-A1D4F46C59D1}" dt="2026-04-21T18:19:26.308" v="2" actId="21"/>
          <ac:spMkLst>
            <pc:docMk/>
            <pc:sldMk cId="0" sldId="257"/>
            <ac:spMk id="290" creationId="{00000000-0000-0000-0000-000000000000}"/>
          </ac:spMkLst>
        </pc:spChg>
        <pc:spChg chg="del">
          <ac:chgData name="Bixler, Thomas M" userId="0be7fe11-7194-468c-9944-b6697f6da2cd" providerId="ADAL" clId="{88DC0E8E-AABA-4618-8C5F-A1D4F46C59D1}" dt="2026-04-21T18:19:18.145" v="0" actId="21"/>
          <ac:spMkLst>
            <pc:docMk/>
            <pc:sldMk cId="0" sldId="257"/>
            <ac:spMk id="302" creationId="{00000000-0000-0000-0000-000000000000}"/>
          </ac:spMkLst>
        </pc:spChg>
        <pc:cxnChg chg="mod">
          <ac:chgData name="Bixler, Thomas M" userId="0be7fe11-7194-468c-9944-b6697f6da2cd" providerId="ADAL" clId="{88DC0E8E-AABA-4618-8C5F-A1D4F46C59D1}" dt="2026-04-21T18:19:37.380" v="4" actId="14100"/>
          <ac:cxnSpMkLst>
            <pc:docMk/>
            <pc:sldMk cId="0" sldId="257"/>
            <ac:cxnSpMk id="289" creationId="{00000000-0000-0000-0000-000000000000}"/>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2768ca7ef44_0_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2768ca7ef44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2768bdccc6f_2_1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g2768bdccc6f_2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Jacob</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3e02db64b40_1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3e02db64b40_1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Thomas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g133f6155f6d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6" name="Google Shape;316;g133f6155f6d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rgbClr val="1B1B1B"/>
                </a:solidFill>
                <a:highlight>
                  <a:srgbClr val="FFFFFF"/>
                </a:highlight>
                <a:latin typeface="Courier New"/>
                <a:ea typeface="Courier New"/>
                <a:cs typeface="Courier New"/>
                <a:sym typeface="Courier New"/>
              </a:rPr>
              <a:t>Jacob: </a:t>
            </a:r>
            <a:r>
              <a:rPr lang="en" sz="1200">
                <a:solidFill>
                  <a:srgbClr val="1B1B1B"/>
                </a:solidFill>
                <a:highlight>
                  <a:srgbClr val="FFFFFF"/>
                </a:highlight>
                <a:latin typeface="Courier New"/>
                <a:ea typeface="Courier New"/>
                <a:cs typeface="Courier New"/>
                <a:sym typeface="Courier New"/>
              </a:rPr>
              <a:t>Mazza, M., Lisci, F. M., Marzo, E. M., De Masi, V., Abate, F., &amp; Marano, G. (2025). Why Do They Do It? The Psychology Behind Antisocial Behavior in Children and Adolescents. </a:t>
            </a:r>
            <a:r>
              <a:rPr lang="en" sz="1200" i="1">
                <a:solidFill>
                  <a:srgbClr val="1B1B1B"/>
                </a:solidFill>
                <a:highlight>
                  <a:srgbClr val="FFFFFF"/>
                </a:highlight>
                <a:latin typeface="Courier New"/>
                <a:ea typeface="Courier New"/>
                <a:cs typeface="Courier New"/>
                <a:sym typeface="Courier New"/>
              </a:rPr>
              <a:t>Pediatric reports</a:t>
            </a:r>
            <a:r>
              <a:rPr lang="en" sz="1200">
                <a:solidFill>
                  <a:srgbClr val="1B1B1B"/>
                </a:solidFill>
                <a:highlight>
                  <a:srgbClr val="FFFFFF"/>
                </a:highlight>
                <a:latin typeface="Courier New"/>
                <a:ea typeface="Courier New"/>
                <a:cs typeface="Courier New"/>
                <a:sym typeface="Courier New"/>
              </a:rPr>
              <a:t>, </a:t>
            </a:r>
            <a:r>
              <a:rPr lang="en" sz="1200" i="1">
                <a:solidFill>
                  <a:srgbClr val="1B1B1B"/>
                </a:solidFill>
                <a:highlight>
                  <a:srgbClr val="FFFFFF"/>
                </a:highlight>
                <a:latin typeface="Courier New"/>
                <a:ea typeface="Courier New"/>
                <a:cs typeface="Courier New"/>
                <a:sym typeface="Courier New"/>
              </a:rPr>
              <a:t>17</a:t>
            </a:r>
            <a:r>
              <a:rPr lang="en" sz="1200">
                <a:solidFill>
                  <a:srgbClr val="1B1B1B"/>
                </a:solidFill>
                <a:highlight>
                  <a:srgbClr val="FFFFFF"/>
                </a:highlight>
                <a:latin typeface="Courier New"/>
                <a:ea typeface="Courier New"/>
                <a:cs typeface="Courier New"/>
                <a:sym typeface="Courier New"/>
              </a:rPr>
              <a:t>(2), 26. https://doi.org/10.3390/pediatric17020026</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g117b871a421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3" name="Google Shape;353;g117b871a42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Thomas: The results may have implications on the future treatment of Anti Social Personality disorder</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g3e02db64b40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 name="Google Shape;360;g3e02db64b40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Jacob</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g133f6155f6d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6" name="Google Shape;366;g133f6155f6d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Thomas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g3e02db64b40_1_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9" name="Google Shape;409;g3e02db64b40_1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Thomas: We would confirm a participant’s diagnosis with a structured interview and make sure that they are able to provide informed consent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g3e02db64b40_3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8" name="Google Shape;418;g3e02db64b40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Jacob: </a:t>
            </a:r>
            <a:r>
              <a:rPr lang="en" sz="1400">
                <a:solidFill>
                  <a:srgbClr val="333333"/>
                </a:solidFill>
                <a:latin typeface="Hanken Grotesk"/>
                <a:ea typeface="Hanken Grotesk"/>
                <a:cs typeface="Hanken Grotesk"/>
                <a:sym typeface="Hanken Grotesk"/>
              </a:rPr>
              <a:t>If in the Independent Group: participants brought into lab and told they’re early. Invited to watch the previous group (two confederates) finish the task and model intellectual humility.</a:t>
            </a:r>
            <a:endParaRPr sz="1400">
              <a:solidFill>
                <a:srgbClr val="333333"/>
              </a:solidFill>
              <a:latin typeface="Hanken Grotesk"/>
              <a:ea typeface="Hanken Grotesk"/>
              <a:cs typeface="Hanken Grotesk"/>
              <a:sym typeface="Hanken Grotesk"/>
            </a:endParaRPr>
          </a:p>
          <a:p>
            <a:pPr marL="0" lvl="0" indent="0" algn="l" rtl="0">
              <a:lnSpc>
                <a:spcPct val="115000"/>
              </a:lnSpc>
              <a:spcBef>
                <a:spcPts val="0"/>
              </a:spcBef>
              <a:spcAft>
                <a:spcPts val="0"/>
              </a:spcAft>
              <a:buClr>
                <a:schemeClr val="dk1"/>
              </a:buClr>
              <a:buSzPts val="1100"/>
              <a:buFont typeface="Arial"/>
              <a:buNone/>
            </a:pPr>
            <a:endParaRPr sz="1400">
              <a:solidFill>
                <a:srgbClr val="333333"/>
              </a:solidFill>
              <a:latin typeface="Hanken Grotesk"/>
              <a:ea typeface="Hanken Grotesk"/>
              <a:cs typeface="Hanken Grotesk"/>
              <a:sym typeface="Hanken Grotesk"/>
            </a:endParaRPr>
          </a:p>
          <a:p>
            <a:pPr marL="0" lvl="0" indent="0" algn="l" rtl="0">
              <a:lnSpc>
                <a:spcPct val="115000"/>
              </a:lnSpc>
              <a:spcBef>
                <a:spcPts val="0"/>
              </a:spcBef>
              <a:spcAft>
                <a:spcPts val="0"/>
              </a:spcAft>
              <a:buClr>
                <a:schemeClr val="dk1"/>
              </a:buClr>
              <a:buSzPts val="1100"/>
              <a:buFont typeface="Arial"/>
              <a:buNone/>
            </a:pPr>
            <a:r>
              <a:rPr lang="en" sz="1400">
                <a:solidFill>
                  <a:srgbClr val="333333"/>
                </a:solidFill>
                <a:latin typeface="Hanken Grotesk"/>
                <a:ea typeface="Hanken Grotesk"/>
                <a:cs typeface="Hanken Grotesk"/>
                <a:sym typeface="Hanken Grotesk"/>
              </a:rPr>
              <a:t>If in the control group: participants are brought into the lab and told they’re early. They are asked to sit alone in the waiting room.</a:t>
            </a:r>
            <a:endParaRPr sz="1400">
              <a:solidFill>
                <a:srgbClr val="333333"/>
              </a:solidFill>
              <a:latin typeface="Hanken Grotesk"/>
              <a:ea typeface="Hanken Grotesk"/>
              <a:cs typeface="Hanken Grotesk"/>
              <a:sym typeface="Hanken Grotesk"/>
            </a:endParaRPr>
          </a:p>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g3e02db64b40_3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5" name="Google Shape;425;g3e02db64b40_3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Jacob: </a:t>
            </a:r>
            <a:r>
              <a:rPr lang="en" sz="1400">
                <a:solidFill>
                  <a:srgbClr val="333333"/>
                </a:solidFill>
                <a:latin typeface="Hanken Grotesk"/>
                <a:ea typeface="Hanken Grotesk"/>
                <a:cs typeface="Hanken Grotesk"/>
                <a:sym typeface="Hanken Grotesk"/>
              </a:rPr>
              <a:t>The cognitive assignment is rigged to be failed at the fault of the participant. After the task is completed, the confederate stays quiet and the participant’s reaction (if any) is recorded</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g3e02db64b40_1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3" name="Google Shape;433;g3e02db64b40_1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Thomas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g3e02db64b40_1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9" name="Google Shape;439;g3e02db64b40_1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Thomas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g3e02db64b40_1_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1" name="Google Shape;451;g3e02db64b40_1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hyperlink" Target="http://bit.ly/2TtBDf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7346075" y="130450"/>
            <a:ext cx="4889100" cy="48891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 name="Google Shape;10;p2"/>
          <p:cNvGrpSpPr/>
          <p:nvPr/>
        </p:nvGrpSpPr>
        <p:grpSpPr>
          <a:xfrm>
            <a:off x="727425" y="-49275"/>
            <a:ext cx="7703400" cy="5243325"/>
            <a:chOff x="727425" y="-49275"/>
            <a:chExt cx="7703400" cy="5243325"/>
          </a:xfrm>
        </p:grpSpPr>
        <p:sp>
          <p:nvSpPr>
            <p:cNvPr id="11" name="Google Shape;11;p2"/>
            <p:cNvSpPr/>
            <p:nvPr/>
          </p:nvSpPr>
          <p:spPr>
            <a:xfrm>
              <a:off x="727425" y="533550"/>
              <a:ext cx="7703400" cy="40749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2" name="Google Shape;12;p2"/>
            <p:cNvCxnSpPr/>
            <p:nvPr/>
          </p:nvCxnSpPr>
          <p:spPr>
            <a:xfrm rot="10800000">
              <a:off x="727425" y="-49275"/>
              <a:ext cx="0" cy="585600"/>
            </a:xfrm>
            <a:prstGeom prst="straightConnector1">
              <a:avLst/>
            </a:prstGeom>
            <a:noFill/>
            <a:ln w="19050" cap="flat" cmpd="sng">
              <a:solidFill>
                <a:schemeClr val="dk1"/>
              </a:solidFill>
              <a:prstDash val="solid"/>
              <a:round/>
              <a:headEnd type="none" w="med" len="med"/>
              <a:tailEnd type="none" w="med" len="med"/>
            </a:ln>
          </p:spPr>
        </p:cxnSp>
        <p:cxnSp>
          <p:nvCxnSpPr>
            <p:cNvPr id="13" name="Google Shape;13;p2"/>
            <p:cNvCxnSpPr/>
            <p:nvPr/>
          </p:nvCxnSpPr>
          <p:spPr>
            <a:xfrm rot="10800000">
              <a:off x="8430775" y="4608450"/>
              <a:ext cx="0" cy="585600"/>
            </a:xfrm>
            <a:prstGeom prst="straightConnector1">
              <a:avLst/>
            </a:prstGeom>
            <a:noFill/>
            <a:ln w="19050" cap="flat" cmpd="sng">
              <a:solidFill>
                <a:schemeClr val="dk1"/>
              </a:solidFill>
              <a:prstDash val="solid"/>
              <a:round/>
              <a:headEnd type="none" w="med" len="med"/>
              <a:tailEnd type="none" w="med" len="med"/>
            </a:ln>
          </p:spPr>
        </p:cxnSp>
      </p:grpSp>
      <p:sp>
        <p:nvSpPr>
          <p:cNvPr id="14" name="Google Shape;14;p2"/>
          <p:cNvSpPr txBox="1">
            <a:spLocks noGrp="1"/>
          </p:cNvSpPr>
          <p:nvPr>
            <p:ph type="ctrTitle"/>
          </p:nvPr>
        </p:nvSpPr>
        <p:spPr>
          <a:xfrm>
            <a:off x="1087125" y="1670213"/>
            <a:ext cx="5897400" cy="13926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38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5" name="Google Shape;15;p2"/>
          <p:cNvSpPr txBox="1">
            <a:spLocks noGrp="1"/>
          </p:cNvSpPr>
          <p:nvPr>
            <p:ph type="subTitle" idx="1"/>
          </p:nvPr>
        </p:nvSpPr>
        <p:spPr>
          <a:xfrm>
            <a:off x="1087125" y="2997488"/>
            <a:ext cx="5897400" cy="475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1400"/>
              <a:buNone/>
              <a:defRPr>
                <a:solidFill>
                  <a:schemeClr val="dk1"/>
                </a:solidFill>
              </a:defRPr>
            </a:lvl1pPr>
            <a:lvl2pPr lvl="1" algn="ctr">
              <a:lnSpc>
                <a:spcPct val="100000"/>
              </a:lnSpc>
              <a:spcBef>
                <a:spcPts val="0"/>
              </a:spcBef>
              <a:spcAft>
                <a:spcPts val="0"/>
              </a:spcAft>
              <a:buClr>
                <a:schemeClr val="dk1"/>
              </a:buClr>
              <a:buSzPts val="1800"/>
              <a:buNone/>
              <a:defRPr sz="1800">
                <a:solidFill>
                  <a:schemeClr val="dk1"/>
                </a:solidFill>
              </a:defRPr>
            </a:lvl2pPr>
            <a:lvl3pPr lvl="2" algn="ctr">
              <a:lnSpc>
                <a:spcPct val="100000"/>
              </a:lnSpc>
              <a:spcBef>
                <a:spcPts val="0"/>
              </a:spcBef>
              <a:spcAft>
                <a:spcPts val="0"/>
              </a:spcAft>
              <a:buClr>
                <a:schemeClr val="dk1"/>
              </a:buClr>
              <a:buSzPts val="1800"/>
              <a:buNone/>
              <a:defRPr sz="1800">
                <a:solidFill>
                  <a:schemeClr val="dk1"/>
                </a:solidFill>
              </a:defRPr>
            </a:lvl3pPr>
            <a:lvl4pPr lvl="3" algn="ctr">
              <a:lnSpc>
                <a:spcPct val="100000"/>
              </a:lnSpc>
              <a:spcBef>
                <a:spcPts val="0"/>
              </a:spcBef>
              <a:spcAft>
                <a:spcPts val="0"/>
              </a:spcAft>
              <a:buClr>
                <a:schemeClr val="dk1"/>
              </a:buClr>
              <a:buSzPts val="1800"/>
              <a:buNone/>
              <a:defRPr sz="1800">
                <a:solidFill>
                  <a:schemeClr val="dk1"/>
                </a:solidFill>
              </a:defRPr>
            </a:lvl4pPr>
            <a:lvl5pPr lvl="4" algn="ctr">
              <a:lnSpc>
                <a:spcPct val="100000"/>
              </a:lnSpc>
              <a:spcBef>
                <a:spcPts val="0"/>
              </a:spcBef>
              <a:spcAft>
                <a:spcPts val="0"/>
              </a:spcAft>
              <a:buClr>
                <a:schemeClr val="dk1"/>
              </a:buClr>
              <a:buSzPts val="1800"/>
              <a:buNone/>
              <a:defRPr sz="1800">
                <a:solidFill>
                  <a:schemeClr val="dk1"/>
                </a:solidFill>
              </a:defRPr>
            </a:lvl5pPr>
            <a:lvl6pPr lvl="5" algn="ctr">
              <a:lnSpc>
                <a:spcPct val="100000"/>
              </a:lnSpc>
              <a:spcBef>
                <a:spcPts val="0"/>
              </a:spcBef>
              <a:spcAft>
                <a:spcPts val="0"/>
              </a:spcAft>
              <a:buClr>
                <a:schemeClr val="dk1"/>
              </a:buClr>
              <a:buSzPts val="1800"/>
              <a:buNone/>
              <a:defRPr sz="1800">
                <a:solidFill>
                  <a:schemeClr val="dk1"/>
                </a:solidFill>
              </a:defRPr>
            </a:lvl6pPr>
            <a:lvl7pPr lvl="6" algn="ctr">
              <a:lnSpc>
                <a:spcPct val="100000"/>
              </a:lnSpc>
              <a:spcBef>
                <a:spcPts val="0"/>
              </a:spcBef>
              <a:spcAft>
                <a:spcPts val="0"/>
              </a:spcAft>
              <a:buClr>
                <a:schemeClr val="dk1"/>
              </a:buClr>
              <a:buSzPts val="1800"/>
              <a:buNone/>
              <a:defRPr sz="1800">
                <a:solidFill>
                  <a:schemeClr val="dk1"/>
                </a:solidFill>
              </a:defRPr>
            </a:lvl7pPr>
            <a:lvl8pPr lvl="7" algn="ctr">
              <a:lnSpc>
                <a:spcPct val="100000"/>
              </a:lnSpc>
              <a:spcBef>
                <a:spcPts val="0"/>
              </a:spcBef>
              <a:spcAft>
                <a:spcPts val="0"/>
              </a:spcAft>
              <a:buClr>
                <a:schemeClr val="dk1"/>
              </a:buClr>
              <a:buSzPts val="1800"/>
              <a:buNone/>
              <a:defRPr sz="1800">
                <a:solidFill>
                  <a:schemeClr val="dk1"/>
                </a:solidFill>
              </a:defRPr>
            </a:lvl8pPr>
            <a:lvl9pPr lvl="8" algn="ctr">
              <a:lnSpc>
                <a:spcPct val="100000"/>
              </a:lnSpc>
              <a:spcBef>
                <a:spcPts val="0"/>
              </a:spcBef>
              <a:spcAft>
                <a:spcPts val="0"/>
              </a:spcAft>
              <a:buClr>
                <a:schemeClr val="dk1"/>
              </a:buClr>
              <a:buSzPts val="1800"/>
              <a:buNone/>
              <a:defRPr sz="1800">
                <a:solidFill>
                  <a:schemeClr val="dk1"/>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6"/>
        <p:cNvGrpSpPr/>
        <p:nvPr/>
      </p:nvGrpSpPr>
      <p:grpSpPr>
        <a:xfrm>
          <a:off x="0" y="0"/>
          <a:ext cx="0" cy="0"/>
          <a:chOff x="0" y="0"/>
          <a:chExt cx="0" cy="0"/>
        </a:xfrm>
      </p:grpSpPr>
      <p:sp>
        <p:nvSpPr>
          <p:cNvPr id="17" name="Google Shape;17;p3"/>
          <p:cNvSpPr/>
          <p:nvPr/>
        </p:nvSpPr>
        <p:spPr>
          <a:xfrm>
            <a:off x="6433725" y="0"/>
            <a:ext cx="5143500" cy="514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 name="Google Shape;18;p3"/>
          <p:cNvGrpSpPr/>
          <p:nvPr/>
        </p:nvGrpSpPr>
        <p:grpSpPr>
          <a:xfrm>
            <a:off x="713225" y="-62550"/>
            <a:ext cx="7717800" cy="5210100"/>
            <a:chOff x="713225" y="-62550"/>
            <a:chExt cx="7717800" cy="5210100"/>
          </a:xfrm>
        </p:grpSpPr>
        <p:sp>
          <p:nvSpPr>
            <p:cNvPr id="19" name="Google Shape;19;p3"/>
            <p:cNvSpPr/>
            <p:nvPr/>
          </p:nvSpPr>
          <p:spPr>
            <a:xfrm>
              <a:off x="713225" y="533550"/>
              <a:ext cx="7717800" cy="40749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0" name="Google Shape;20;p3"/>
            <p:cNvCxnSpPr/>
            <p:nvPr/>
          </p:nvCxnSpPr>
          <p:spPr>
            <a:xfrm rot="10800000">
              <a:off x="713225" y="-62550"/>
              <a:ext cx="0" cy="596100"/>
            </a:xfrm>
            <a:prstGeom prst="straightConnector1">
              <a:avLst/>
            </a:prstGeom>
            <a:noFill/>
            <a:ln w="19050" cap="flat" cmpd="sng">
              <a:solidFill>
                <a:schemeClr val="dk1"/>
              </a:solidFill>
              <a:prstDash val="solid"/>
              <a:round/>
              <a:headEnd type="none" w="med" len="med"/>
              <a:tailEnd type="none" w="med" len="med"/>
            </a:ln>
          </p:spPr>
        </p:cxnSp>
        <p:cxnSp>
          <p:nvCxnSpPr>
            <p:cNvPr id="21" name="Google Shape;21;p3"/>
            <p:cNvCxnSpPr/>
            <p:nvPr/>
          </p:nvCxnSpPr>
          <p:spPr>
            <a:xfrm>
              <a:off x="8430775" y="4608450"/>
              <a:ext cx="0" cy="539100"/>
            </a:xfrm>
            <a:prstGeom prst="straightConnector1">
              <a:avLst/>
            </a:prstGeom>
            <a:noFill/>
            <a:ln w="19050" cap="flat" cmpd="sng">
              <a:solidFill>
                <a:schemeClr val="dk1"/>
              </a:solidFill>
              <a:prstDash val="solid"/>
              <a:round/>
              <a:headEnd type="none" w="med" len="med"/>
              <a:tailEnd type="none" w="med" len="med"/>
            </a:ln>
          </p:spPr>
        </p:cxnSp>
      </p:grpSp>
      <p:sp>
        <p:nvSpPr>
          <p:cNvPr id="22" name="Google Shape;22;p3"/>
          <p:cNvSpPr txBox="1">
            <a:spLocks noGrp="1"/>
          </p:cNvSpPr>
          <p:nvPr>
            <p:ph type="title"/>
          </p:nvPr>
        </p:nvSpPr>
        <p:spPr>
          <a:xfrm>
            <a:off x="1216475" y="1977150"/>
            <a:ext cx="5067600" cy="8418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3" name="Google Shape;23;p3"/>
          <p:cNvSpPr txBox="1">
            <a:spLocks noGrp="1"/>
          </p:cNvSpPr>
          <p:nvPr>
            <p:ph type="title" idx="2" hasCustomPrompt="1"/>
          </p:nvPr>
        </p:nvSpPr>
        <p:spPr>
          <a:xfrm>
            <a:off x="720000" y="533550"/>
            <a:ext cx="824400" cy="705000"/>
          </a:xfrm>
          <a:prstGeom prst="rect">
            <a:avLst/>
          </a:prstGeom>
          <a:solidFill>
            <a:schemeClr val="dk1"/>
          </a:solidFill>
        </p:spPr>
        <p:txBody>
          <a:bodyPr spcFirstLastPara="1" wrap="square" lIns="91425" tIns="91425" rIns="91425" bIns="91425" anchor="ctr" anchorCtr="0">
            <a:noAutofit/>
          </a:bodyPr>
          <a:lstStyle>
            <a:lvl1pPr lvl="0" algn="ctr" rtl="0">
              <a:spcBef>
                <a:spcPts val="0"/>
              </a:spcBef>
              <a:spcAft>
                <a:spcPts val="0"/>
              </a:spcAft>
              <a:buSzPts val="6000"/>
              <a:buNone/>
              <a:defRPr sz="3300">
                <a:solidFill>
                  <a:schemeClr val="l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4" name="Google Shape;24;p3"/>
          <p:cNvSpPr txBox="1">
            <a:spLocks noGrp="1"/>
          </p:cNvSpPr>
          <p:nvPr>
            <p:ph type="subTitle" idx="1"/>
          </p:nvPr>
        </p:nvSpPr>
        <p:spPr>
          <a:xfrm>
            <a:off x="1216475" y="2730750"/>
            <a:ext cx="5067600" cy="43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None/>
              <a:defRPr>
                <a:solidFill>
                  <a:schemeClr val="dk1"/>
                </a:solidFill>
                <a:latin typeface="Hanken Grotesk"/>
                <a:ea typeface="Hanken Grotesk"/>
                <a:cs typeface="Hanken Grotesk"/>
                <a:sym typeface="Hanken Grotesk"/>
              </a:defRPr>
            </a:lvl1pPr>
            <a:lvl2pPr lvl="1" algn="ctr" rtl="0">
              <a:lnSpc>
                <a:spcPct val="100000"/>
              </a:lnSpc>
              <a:spcBef>
                <a:spcPts val="0"/>
              </a:spcBef>
              <a:spcAft>
                <a:spcPts val="0"/>
              </a:spcAft>
              <a:buClr>
                <a:schemeClr val="dk1"/>
              </a:buClr>
              <a:buSzPts val="1400"/>
              <a:buNone/>
              <a:defRPr>
                <a:solidFill>
                  <a:schemeClr val="dk1"/>
                </a:solidFill>
              </a:defRPr>
            </a:lvl2pPr>
            <a:lvl3pPr lvl="2" algn="ctr" rtl="0">
              <a:lnSpc>
                <a:spcPct val="100000"/>
              </a:lnSpc>
              <a:spcBef>
                <a:spcPts val="0"/>
              </a:spcBef>
              <a:spcAft>
                <a:spcPts val="0"/>
              </a:spcAft>
              <a:buClr>
                <a:schemeClr val="dk1"/>
              </a:buClr>
              <a:buSzPts val="1400"/>
              <a:buNone/>
              <a:defRPr>
                <a:solidFill>
                  <a:schemeClr val="dk1"/>
                </a:solidFill>
              </a:defRPr>
            </a:lvl3pPr>
            <a:lvl4pPr lvl="3" algn="ctr" rtl="0">
              <a:lnSpc>
                <a:spcPct val="100000"/>
              </a:lnSpc>
              <a:spcBef>
                <a:spcPts val="0"/>
              </a:spcBef>
              <a:spcAft>
                <a:spcPts val="0"/>
              </a:spcAft>
              <a:buClr>
                <a:schemeClr val="dk1"/>
              </a:buClr>
              <a:buSzPts val="1400"/>
              <a:buNone/>
              <a:defRPr>
                <a:solidFill>
                  <a:schemeClr val="dk1"/>
                </a:solidFill>
              </a:defRPr>
            </a:lvl4pPr>
            <a:lvl5pPr lvl="4" algn="ctr" rtl="0">
              <a:lnSpc>
                <a:spcPct val="100000"/>
              </a:lnSpc>
              <a:spcBef>
                <a:spcPts val="0"/>
              </a:spcBef>
              <a:spcAft>
                <a:spcPts val="0"/>
              </a:spcAft>
              <a:buClr>
                <a:schemeClr val="dk1"/>
              </a:buClr>
              <a:buSzPts val="1400"/>
              <a:buNone/>
              <a:defRPr>
                <a:solidFill>
                  <a:schemeClr val="dk1"/>
                </a:solidFill>
              </a:defRPr>
            </a:lvl5pPr>
            <a:lvl6pPr lvl="5" algn="ctr" rtl="0">
              <a:lnSpc>
                <a:spcPct val="100000"/>
              </a:lnSpc>
              <a:spcBef>
                <a:spcPts val="0"/>
              </a:spcBef>
              <a:spcAft>
                <a:spcPts val="0"/>
              </a:spcAft>
              <a:buClr>
                <a:schemeClr val="dk1"/>
              </a:buClr>
              <a:buSzPts val="1400"/>
              <a:buNone/>
              <a:defRPr>
                <a:solidFill>
                  <a:schemeClr val="dk1"/>
                </a:solidFill>
              </a:defRPr>
            </a:lvl6pPr>
            <a:lvl7pPr lvl="6" algn="ctr" rtl="0">
              <a:lnSpc>
                <a:spcPct val="100000"/>
              </a:lnSpc>
              <a:spcBef>
                <a:spcPts val="0"/>
              </a:spcBef>
              <a:spcAft>
                <a:spcPts val="0"/>
              </a:spcAft>
              <a:buClr>
                <a:schemeClr val="dk1"/>
              </a:buClr>
              <a:buSzPts val="1400"/>
              <a:buNone/>
              <a:defRPr>
                <a:solidFill>
                  <a:schemeClr val="dk1"/>
                </a:solidFill>
              </a:defRPr>
            </a:lvl7pPr>
            <a:lvl8pPr lvl="7" algn="ctr" rtl="0">
              <a:lnSpc>
                <a:spcPct val="100000"/>
              </a:lnSpc>
              <a:spcBef>
                <a:spcPts val="0"/>
              </a:spcBef>
              <a:spcAft>
                <a:spcPts val="0"/>
              </a:spcAft>
              <a:buClr>
                <a:schemeClr val="dk1"/>
              </a:buClr>
              <a:buSzPts val="1400"/>
              <a:buNone/>
              <a:defRPr>
                <a:solidFill>
                  <a:schemeClr val="dk1"/>
                </a:solidFill>
              </a:defRPr>
            </a:lvl8pPr>
            <a:lvl9pPr lvl="8" algn="ctr" rtl="0">
              <a:lnSpc>
                <a:spcPct val="100000"/>
              </a:lnSpc>
              <a:spcBef>
                <a:spcPts val="0"/>
              </a:spcBef>
              <a:spcAft>
                <a:spcPts val="0"/>
              </a:spcAft>
              <a:buClr>
                <a:schemeClr val="dk1"/>
              </a:buClr>
              <a:buSzPts val="1400"/>
              <a:buNone/>
              <a:defRPr>
                <a:solidFill>
                  <a:schemeClr val="dk1"/>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5"/>
        <p:cNvGrpSpPr/>
        <p:nvPr/>
      </p:nvGrpSpPr>
      <p:grpSpPr>
        <a:xfrm>
          <a:off x="0" y="0"/>
          <a:ext cx="0" cy="0"/>
          <a:chOff x="0" y="0"/>
          <a:chExt cx="0" cy="0"/>
        </a:xfrm>
      </p:grpSpPr>
      <p:sp>
        <p:nvSpPr>
          <p:cNvPr id="26" name="Google Shape;26;p4"/>
          <p:cNvSpPr/>
          <p:nvPr/>
        </p:nvSpPr>
        <p:spPr>
          <a:xfrm>
            <a:off x="8240650" y="42043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 name="Google Shape;27;p4"/>
          <p:cNvGrpSpPr/>
          <p:nvPr/>
        </p:nvGrpSpPr>
        <p:grpSpPr>
          <a:xfrm>
            <a:off x="-19050" y="232800"/>
            <a:ext cx="8930250" cy="5027400"/>
            <a:chOff x="-19050" y="232800"/>
            <a:chExt cx="8930250" cy="5027400"/>
          </a:xfrm>
        </p:grpSpPr>
        <p:sp>
          <p:nvSpPr>
            <p:cNvPr id="28" name="Google Shape;28;p4"/>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9" name="Google Shape;29;p4"/>
            <p:cNvCxnSpPr/>
            <p:nvPr/>
          </p:nvCxnSpPr>
          <p:spPr>
            <a:xfrm rot="10800000">
              <a:off x="-19050" y="232800"/>
              <a:ext cx="258900" cy="0"/>
            </a:xfrm>
            <a:prstGeom prst="straightConnector1">
              <a:avLst/>
            </a:prstGeom>
            <a:noFill/>
            <a:ln w="19050" cap="flat" cmpd="sng">
              <a:solidFill>
                <a:schemeClr val="dk1"/>
              </a:solidFill>
              <a:prstDash val="solid"/>
              <a:round/>
              <a:headEnd type="none" w="med" len="med"/>
              <a:tailEnd type="none" w="med" len="med"/>
            </a:ln>
          </p:spPr>
        </p:cxnSp>
        <p:cxnSp>
          <p:nvCxnSpPr>
            <p:cNvPr id="30" name="Google Shape;30;p4"/>
            <p:cNvCxnSpPr/>
            <p:nvPr/>
          </p:nvCxnSpPr>
          <p:spPr>
            <a:xfrm>
              <a:off x="8911200" y="4917300"/>
              <a:ext cx="0" cy="342900"/>
            </a:xfrm>
            <a:prstGeom prst="straightConnector1">
              <a:avLst/>
            </a:prstGeom>
            <a:noFill/>
            <a:ln w="19050" cap="flat" cmpd="sng">
              <a:solidFill>
                <a:schemeClr val="dk1"/>
              </a:solidFill>
              <a:prstDash val="solid"/>
              <a:round/>
              <a:headEnd type="none" w="med" len="med"/>
              <a:tailEnd type="none" w="med" len="med"/>
            </a:ln>
          </p:spPr>
        </p:cxnSp>
      </p:grpSp>
      <p:sp>
        <p:nvSpPr>
          <p:cNvPr id="31" name="Google Shape;31;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2" name="Google Shape;32;p4"/>
          <p:cNvSpPr txBox="1">
            <a:spLocks noGrp="1"/>
          </p:cNvSpPr>
          <p:nvPr>
            <p:ph type="body" idx="1"/>
          </p:nvPr>
        </p:nvSpPr>
        <p:spPr>
          <a:xfrm>
            <a:off x="720000" y="1215750"/>
            <a:ext cx="7704000" cy="3233100"/>
          </a:xfrm>
          <a:prstGeom prst="rect">
            <a:avLst/>
          </a:prstGeom>
        </p:spPr>
        <p:txBody>
          <a:bodyPr spcFirstLastPara="1" wrap="square" lIns="91425" tIns="91425" rIns="91425" bIns="91425" anchor="t" anchorCtr="0">
            <a:noAutofit/>
          </a:bodyPr>
          <a:lstStyle>
            <a:lvl1pPr marL="457200" lvl="0" indent="-279400" rtl="0">
              <a:spcBef>
                <a:spcPts val="0"/>
              </a:spcBef>
              <a:spcAft>
                <a:spcPts val="0"/>
              </a:spcAft>
              <a:buSzPts val="800"/>
              <a:buChar char="●"/>
              <a:defRPr>
                <a:latin typeface="Hanken Grotesk"/>
                <a:ea typeface="Hanken Grotesk"/>
                <a:cs typeface="Hanken Grotesk"/>
                <a:sym typeface="Hanken Grotesk"/>
              </a:defRPr>
            </a:lvl1pPr>
            <a:lvl2pPr marL="914400" lvl="1" indent="-304800" rtl="0">
              <a:spcBef>
                <a:spcPts val="0"/>
              </a:spcBef>
              <a:spcAft>
                <a:spcPts val="0"/>
              </a:spcAft>
              <a:buSzPts val="1200"/>
              <a:buChar char="○"/>
              <a:defRPr>
                <a:latin typeface="Hanken Grotesk"/>
                <a:ea typeface="Hanken Grotesk"/>
                <a:cs typeface="Hanken Grotesk"/>
                <a:sym typeface="Hanken Grotesk"/>
              </a:defRPr>
            </a:lvl2pPr>
            <a:lvl3pPr marL="1371600" lvl="2" indent="-304800" rtl="0">
              <a:lnSpc>
                <a:spcPct val="115000"/>
              </a:lnSpc>
              <a:spcBef>
                <a:spcPts val="0"/>
              </a:spcBef>
              <a:spcAft>
                <a:spcPts val="0"/>
              </a:spcAft>
              <a:buSzPts val="1200"/>
              <a:buChar char="■"/>
              <a:defRPr/>
            </a:lvl3pPr>
            <a:lvl4pPr marL="1828800" lvl="3" indent="-304800" rtl="0">
              <a:lnSpc>
                <a:spcPct val="115000"/>
              </a:lnSpc>
              <a:spcBef>
                <a:spcPts val="0"/>
              </a:spcBef>
              <a:spcAft>
                <a:spcPts val="0"/>
              </a:spcAft>
              <a:buSzPts val="1200"/>
              <a:buChar char="●"/>
              <a:defRPr/>
            </a:lvl4pPr>
            <a:lvl5pPr marL="2286000" lvl="4" indent="-304800" rtl="0">
              <a:lnSpc>
                <a:spcPct val="115000"/>
              </a:lnSpc>
              <a:spcBef>
                <a:spcPts val="0"/>
              </a:spcBef>
              <a:spcAft>
                <a:spcPts val="0"/>
              </a:spcAft>
              <a:buSzPts val="1200"/>
              <a:buChar char="○"/>
              <a:defRPr/>
            </a:lvl5pPr>
            <a:lvl6pPr marL="2743200" lvl="5" indent="-304800" rtl="0">
              <a:lnSpc>
                <a:spcPct val="115000"/>
              </a:lnSpc>
              <a:spcBef>
                <a:spcPts val="0"/>
              </a:spcBef>
              <a:spcAft>
                <a:spcPts val="0"/>
              </a:spcAft>
              <a:buSzPts val="1200"/>
              <a:buChar char="■"/>
              <a:defRPr/>
            </a:lvl6pPr>
            <a:lvl7pPr marL="3200400" lvl="6" indent="-304800" rtl="0">
              <a:lnSpc>
                <a:spcPct val="115000"/>
              </a:lnSpc>
              <a:spcBef>
                <a:spcPts val="0"/>
              </a:spcBef>
              <a:spcAft>
                <a:spcPts val="0"/>
              </a:spcAft>
              <a:buSzPts val="1200"/>
              <a:buChar char="●"/>
              <a:defRPr/>
            </a:lvl7pPr>
            <a:lvl8pPr marL="3657600" lvl="7" indent="-304800" rtl="0">
              <a:lnSpc>
                <a:spcPct val="115000"/>
              </a:lnSpc>
              <a:spcBef>
                <a:spcPts val="0"/>
              </a:spcBef>
              <a:spcAft>
                <a:spcPts val="0"/>
              </a:spcAft>
              <a:buSzPts val="1200"/>
              <a:buChar char="○"/>
              <a:defRPr/>
            </a:lvl8pPr>
            <a:lvl9pPr marL="4114800" lvl="8" indent="-304800" rtl="0">
              <a:lnSpc>
                <a:spcPct val="115000"/>
              </a:lnSpc>
              <a:spcBef>
                <a:spcPts val="0"/>
              </a:spcBef>
              <a:spcAft>
                <a:spcPts val="0"/>
              </a:spcAft>
              <a:buSzPts val="12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3"/>
        <p:cNvGrpSpPr/>
        <p:nvPr/>
      </p:nvGrpSpPr>
      <p:grpSpPr>
        <a:xfrm>
          <a:off x="0" y="0"/>
          <a:ext cx="0" cy="0"/>
          <a:chOff x="0" y="0"/>
          <a:chExt cx="0" cy="0"/>
        </a:xfrm>
      </p:grpSpPr>
      <p:sp>
        <p:nvSpPr>
          <p:cNvPr id="34" name="Google Shape;34;p5"/>
          <p:cNvSpPr/>
          <p:nvPr/>
        </p:nvSpPr>
        <p:spPr>
          <a:xfrm>
            <a:off x="8240650" y="42043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 name="Google Shape;35;p5"/>
          <p:cNvGrpSpPr/>
          <p:nvPr/>
        </p:nvGrpSpPr>
        <p:grpSpPr>
          <a:xfrm>
            <a:off x="-77100" y="232800"/>
            <a:ext cx="8988300" cy="4964300"/>
            <a:chOff x="-77100" y="232800"/>
            <a:chExt cx="8988300" cy="4964300"/>
          </a:xfrm>
        </p:grpSpPr>
        <p:sp>
          <p:nvSpPr>
            <p:cNvPr id="36" name="Google Shape;36;p5"/>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7" name="Google Shape;37;p5"/>
            <p:cNvCxnSpPr/>
            <p:nvPr/>
          </p:nvCxnSpPr>
          <p:spPr>
            <a:xfrm rot="10800000">
              <a:off x="-77100" y="232800"/>
              <a:ext cx="309300" cy="0"/>
            </a:xfrm>
            <a:prstGeom prst="straightConnector1">
              <a:avLst/>
            </a:prstGeom>
            <a:noFill/>
            <a:ln w="19050" cap="flat" cmpd="sng">
              <a:solidFill>
                <a:schemeClr val="dk1"/>
              </a:solidFill>
              <a:prstDash val="solid"/>
              <a:round/>
              <a:headEnd type="none" w="med" len="med"/>
              <a:tailEnd type="none" w="med" len="med"/>
            </a:ln>
          </p:spPr>
        </p:cxnSp>
        <p:cxnSp>
          <p:nvCxnSpPr>
            <p:cNvPr id="38" name="Google Shape;38;p5"/>
            <p:cNvCxnSpPr/>
            <p:nvPr/>
          </p:nvCxnSpPr>
          <p:spPr>
            <a:xfrm rot="10800000">
              <a:off x="8911200" y="4890500"/>
              <a:ext cx="0" cy="306600"/>
            </a:xfrm>
            <a:prstGeom prst="straightConnector1">
              <a:avLst/>
            </a:prstGeom>
            <a:noFill/>
            <a:ln w="19050" cap="flat" cmpd="sng">
              <a:solidFill>
                <a:schemeClr val="dk1"/>
              </a:solidFill>
              <a:prstDash val="solid"/>
              <a:round/>
              <a:headEnd type="none" w="med" len="med"/>
              <a:tailEnd type="none" w="med" len="med"/>
            </a:ln>
          </p:spPr>
        </p:cxnSp>
      </p:grpSp>
      <p:sp>
        <p:nvSpPr>
          <p:cNvPr id="39" name="Google Shape;39;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40" name="Google Shape;40;p5"/>
          <p:cNvSpPr txBox="1">
            <a:spLocks noGrp="1"/>
          </p:cNvSpPr>
          <p:nvPr>
            <p:ph type="subTitle" idx="1"/>
          </p:nvPr>
        </p:nvSpPr>
        <p:spPr>
          <a:xfrm>
            <a:off x="4651268" y="1736553"/>
            <a:ext cx="3772800" cy="27363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200"/>
              <a:buChar char="●"/>
              <a:defRPr sz="1400">
                <a:latin typeface="Hanken Grotesk"/>
                <a:ea typeface="Hanken Grotesk"/>
                <a:cs typeface="Hanken Grotesk"/>
                <a:sym typeface="Hanken Grotesk"/>
              </a:defRPr>
            </a:lvl1pPr>
            <a:lvl2pPr lvl="1" algn="ctr" rtl="0">
              <a:lnSpc>
                <a:spcPct val="115000"/>
              </a:lnSpc>
              <a:spcBef>
                <a:spcPts val="0"/>
              </a:spcBef>
              <a:spcAft>
                <a:spcPts val="0"/>
              </a:spcAft>
              <a:buSzPts val="2800"/>
              <a:buChar char="○"/>
              <a:defRPr sz="2800"/>
            </a:lvl2pPr>
            <a:lvl3pPr lvl="2" algn="ctr" rtl="0">
              <a:lnSpc>
                <a:spcPct val="115000"/>
              </a:lnSpc>
              <a:spcBef>
                <a:spcPts val="0"/>
              </a:spcBef>
              <a:spcAft>
                <a:spcPts val="0"/>
              </a:spcAft>
              <a:buSzPts val="2800"/>
              <a:buChar char="■"/>
              <a:defRPr sz="2800"/>
            </a:lvl3pPr>
            <a:lvl4pPr lvl="3" algn="ctr" rtl="0">
              <a:lnSpc>
                <a:spcPct val="115000"/>
              </a:lnSpc>
              <a:spcBef>
                <a:spcPts val="0"/>
              </a:spcBef>
              <a:spcAft>
                <a:spcPts val="0"/>
              </a:spcAft>
              <a:buSzPts val="2800"/>
              <a:buChar char="●"/>
              <a:defRPr sz="2800"/>
            </a:lvl4pPr>
            <a:lvl5pPr lvl="4" algn="ctr" rtl="0">
              <a:lnSpc>
                <a:spcPct val="115000"/>
              </a:lnSpc>
              <a:spcBef>
                <a:spcPts val="0"/>
              </a:spcBef>
              <a:spcAft>
                <a:spcPts val="0"/>
              </a:spcAft>
              <a:buSzPts val="2800"/>
              <a:buChar char="○"/>
              <a:defRPr sz="2800"/>
            </a:lvl5pPr>
            <a:lvl6pPr lvl="5" algn="ctr" rtl="0">
              <a:lnSpc>
                <a:spcPct val="115000"/>
              </a:lnSpc>
              <a:spcBef>
                <a:spcPts val="0"/>
              </a:spcBef>
              <a:spcAft>
                <a:spcPts val="0"/>
              </a:spcAft>
              <a:buSzPts val="2800"/>
              <a:buChar char="■"/>
              <a:defRPr sz="2800"/>
            </a:lvl6pPr>
            <a:lvl7pPr lvl="6" algn="ctr" rtl="0">
              <a:lnSpc>
                <a:spcPct val="115000"/>
              </a:lnSpc>
              <a:spcBef>
                <a:spcPts val="0"/>
              </a:spcBef>
              <a:spcAft>
                <a:spcPts val="0"/>
              </a:spcAft>
              <a:buSzPts val="2800"/>
              <a:buChar char="●"/>
              <a:defRPr sz="2800"/>
            </a:lvl7pPr>
            <a:lvl8pPr lvl="7" algn="ctr" rtl="0">
              <a:lnSpc>
                <a:spcPct val="115000"/>
              </a:lnSpc>
              <a:spcBef>
                <a:spcPts val="0"/>
              </a:spcBef>
              <a:spcAft>
                <a:spcPts val="0"/>
              </a:spcAft>
              <a:buSzPts val="2800"/>
              <a:buChar char="○"/>
              <a:defRPr sz="2800"/>
            </a:lvl8pPr>
            <a:lvl9pPr lvl="8" algn="ctr" rtl="0">
              <a:lnSpc>
                <a:spcPct val="115000"/>
              </a:lnSpc>
              <a:spcBef>
                <a:spcPts val="0"/>
              </a:spcBef>
              <a:spcAft>
                <a:spcPts val="0"/>
              </a:spcAft>
              <a:buSzPts val="2800"/>
              <a:buChar char="■"/>
              <a:defRPr sz="2800"/>
            </a:lvl9pPr>
          </a:lstStyle>
          <a:p>
            <a:endParaRPr/>
          </a:p>
        </p:txBody>
      </p:sp>
      <p:sp>
        <p:nvSpPr>
          <p:cNvPr id="41" name="Google Shape;41;p5"/>
          <p:cNvSpPr txBox="1">
            <a:spLocks noGrp="1"/>
          </p:cNvSpPr>
          <p:nvPr>
            <p:ph type="subTitle" idx="2"/>
          </p:nvPr>
        </p:nvSpPr>
        <p:spPr>
          <a:xfrm>
            <a:off x="720000" y="1736553"/>
            <a:ext cx="3772800" cy="27363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200"/>
              <a:buChar char="●"/>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Char char="○"/>
              <a:defRPr sz="2800"/>
            </a:lvl2pPr>
            <a:lvl3pPr lvl="2" algn="ctr" rtl="0">
              <a:lnSpc>
                <a:spcPct val="115000"/>
              </a:lnSpc>
              <a:spcBef>
                <a:spcPts val="0"/>
              </a:spcBef>
              <a:spcAft>
                <a:spcPts val="0"/>
              </a:spcAft>
              <a:buSzPts val="1400"/>
              <a:buChar char="■"/>
              <a:defRPr sz="2800"/>
            </a:lvl3pPr>
            <a:lvl4pPr lvl="3" algn="ctr" rtl="0">
              <a:lnSpc>
                <a:spcPct val="115000"/>
              </a:lnSpc>
              <a:spcBef>
                <a:spcPts val="0"/>
              </a:spcBef>
              <a:spcAft>
                <a:spcPts val="0"/>
              </a:spcAft>
              <a:buSzPts val="1400"/>
              <a:buChar char="●"/>
              <a:defRPr sz="2800"/>
            </a:lvl4pPr>
            <a:lvl5pPr lvl="4" algn="ctr" rtl="0">
              <a:lnSpc>
                <a:spcPct val="115000"/>
              </a:lnSpc>
              <a:spcBef>
                <a:spcPts val="0"/>
              </a:spcBef>
              <a:spcAft>
                <a:spcPts val="0"/>
              </a:spcAft>
              <a:buSzPts val="1400"/>
              <a:buChar char="○"/>
              <a:defRPr sz="2800"/>
            </a:lvl5pPr>
            <a:lvl6pPr lvl="5" algn="ctr" rtl="0">
              <a:lnSpc>
                <a:spcPct val="115000"/>
              </a:lnSpc>
              <a:spcBef>
                <a:spcPts val="0"/>
              </a:spcBef>
              <a:spcAft>
                <a:spcPts val="0"/>
              </a:spcAft>
              <a:buSzPts val="1400"/>
              <a:buChar char="■"/>
              <a:defRPr sz="2800"/>
            </a:lvl6pPr>
            <a:lvl7pPr lvl="6" algn="ctr" rtl="0">
              <a:lnSpc>
                <a:spcPct val="115000"/>
              </a:lnSpc>
              <a:spcBef>
                <a:spcPts val="0"/>
              </a:spcBef>
              <a:spcAft>
                <a:spcPts val="0"/>
              </a:spcAft>
              <a:buSzPts val="1400"/>
              <a:buChar char="●"/>
              <a:defRPr sz="2800"/>
            </a:lvl7pPr>
            <a:lvl8pPr lvl="7" algn="ctr" rtl="0">
              <a:lnSpc>
                <a:spcPct val="115000"/>
              </a:lnSpc>
              <a:spcBef>
                <a:spcPts val="0"/>
              </a:spcBef>
              <a:spcAft>
                <a:spcPts val="0"/>
              </a:spcAft>
              <a:buSzPts val="1400"/>
              <a:buChar char="○"/>
              <a:defRPr sz="2800"/>
            </a:lvl8pPr>
            <a:lvl9pPr lvl="8" algn="ctr" rtl="0">
              <a:lnSpc>
                <a:spcPct val="115000"/>
              </a:lnSpc>
              <a:spcBef>
                <a:spcPts val="0"/>
              </a:spcBef>
              <a:spcAft>
                <a:spcPts val="0"/>
              </a:spcAft>
              <a:buSzPts val="1400"/>
              <a:buChar char="■"/>
              <a:defRPr sz="2800"/>
            </a:lvl9pPr>
          </a:lstStyle>
          <a:p>
            <a:endParaRPr/>
          </a:p>
        </p:txBody>
      </p:sp>
      <p:sp>
        <p:nvSpPr>
          <p:cNvPr id="42" name="Google Shape;42;p5"/>
          <p:cNvSpPr txBox="1">
            <a:spLocks noGrp="1"/>
          </p:cNvSpPr>
          <p:nvPr>
            <p:ph type="subTitle" idx="3"/>
          </p:nvPr>
        </p:nvSpPr>
        <p:spPr>
          <a:xfrm>
            <a:off x="720000" y="1451250"/>
            <a:ext cx="3772800" cy="361500"/>
          </a:xfrm>
          <a:prstGeom prst="rect">
            <a:avLst/>
          </a:prstGeom>
        </p:spPr>
        <p:txBody>
          <a:bodyPr spcFirstLastPara="1" wrap="square" lIns="91425" tIns="91425" rIns="91425" bIns="91425" anchor="b" anchorCtr="0">
            <a:noAutofit/>
          </a:bodyPr>
          <a:lstStyle>
            <a:lvl1pPr lvl="0">
              <a:lnSpc>
                <a:spcPct val="115000"/>
              </a:lnSpc>
              <a:spcBef>
                <a:spcPts val="0"/>
              </a:spcBef>
              <a:spcAft>
                <a:spcPts val="0"/>
              </a:spcAft>
              <a:buSzPts val="2400"/>
              <a:buFont typeface="Figtree Black"/>
              <a:buNone/>
              <a:defRPr sz="1900">
                <a:latin typeface="Figtree Black"/>
                <a:ea typeface="Figtree Black"/>
                <a:cs typeface="Figtree Black"/>
                <a:sym typeface="Figtree Black"/>
              </a:defRPr>
            </a:lvl1pPr>
            <a:lvl2pPr lvl="1">
              <a:lnSpc>
                <a:spcPct val="115000"/>
              </a:lnSpc>
              <a:spcBef>
                <a:spcPts val="0"/>
              </a:spcBef>
              <a:spcAft>
                <a:spcPts val="0"/>
              </a:spcAft>
              <a:buSzPts val="1400"/>
              <a:buFont typeface="Figtree Black"/>
              <a:buNone/>
              <a:defRPr>
                <a:latin typeface="Figtree Black"/>
                <a:ea typeface="Figtree Black"/>
                <a:cs typeface="Figtree Black"/>
                <a:sym typeface="Figtree Black"/>
              </a:defRPr>
            </a:lvl2pPr>
            <a:lvl3pPr lvl="2">
              <a:lnSpc>
                <a:spcPct val="115000"/>
              </a:lnSpc>
              <a:spcBef>
                <a:spcPts val="0"/>
              </a:spcBef>
              <a:spcAft>
                <a:spcPts val="0"/>
              </a:spcAft>
              <a:buSzPts val="1400"/>
              <a:buFont typeface="Figtree Black"/>
              <a:buNone/>
              <a:defRPr>
                <a:latin typeface="Figtree Black"/>
                <a:ea typeface="Figtree Black"/>
                <a:cs typeface="Figtree Black"/>
                <a:sym typeface="Figtree Black"/>
              </a:defRPr>
            </a:lvl3pPr>
            <a:lvl4pPr lvl="3">
              <a:lnSpc>
                <a:spcPct val="115000"/>
              </a:lnSpc>
              <a:spcBef>
                <a:spcPts val="0"/>
              </a:spcBef>
              <a:spcAft>
                <a:spcPts val="0"/>
              </a:spcAft>
              <a:buSzPts val="1400"/>
              <a:buFont typeface="Figtree Black"/>
              <a:buNone/>
              <a:defRPr>
                <a:latin typeface="Figtree Black"/>
                <a:ea typeface="Figtree Black"/>
                <a:cs typeface="Figtree Black"/>
                <a:sym typeface="Figtree Black"/>
              </a:defRPr>
            </a:lvl4pPr>
            <a:lvl5pPr lvl="4">
              <a:lnSpc>
                <a:spcPct val="115000"/>
              </a:lnSpc>
              <a:spcBef>
                <a:spcPts val="0"/>
              </a:spcBef>
              <a:spcAft>
                <a:spcPts val="0"/>
              </a:spcAft>
              <a:buSzPts val="1400"/>
              <a:buFont typeface="Figtree Black"/>
              <a:buNone/>
              <a:defRPr>
                <a:latin typeface="Figtree Black"/>
                <a:ea typeface="Figtree Black"/>
                <a:cs typeface="Figtree Black"/>
                <a:sym typeface="Figtree Black"/>
              </a:defRPr>
            </a:lvl5pPr>
            <a:lvl6pPr lvl="5">
              <a:lnSpc>
                <a:spcPct val="115000"/>
              </a:lnSpc>
              <a:spcBef>
                <a:spcPts val="0"/>
              </a:spcBef>
              <a:spcAft>
                <a:spcPts val="0"/>
              </a:spcAft>
              <a:buSzPts val="1400"/>
              <a:buFont typeface="Figtree Black"/>
              <a:buNone/>
              <a:defRPr>
                <a:latin typeface="Figtree Black"/>
                <a:ea typeface="Figtree Black"/>
                <a:cs typeface="Figtree Black"/>
                <a:sym typeface="Figtree Black"/>
              </a:defRPr>
            </a:lvl6pPr>
            <a:lvl7pPr lvl="6">
              <a:lnSpc>
                <a:spcPct val="115000"/>
              </a:lnSpc>
              <a:spcBef>
                <a:spcPts val="0"/>
              </a:spcBef>
              <a:spcAft>
                <a:spcPts val="0"/>
              </a:spcAft>
              <a:buSzPts val="1400"/>
              <a:buFont typeface="Figtree Black"/>
              <a:buNone/>
              <a:defRPr>
                <a:latin typeface="Figtree Black"/>
                <a:ea typeface="Figtree Black"/>
                <a:cs typeface="Figtree Black"/>
                <a:sym typeface="Figtree Black"/>
              </a:defRPr>
            </a:lvl7pPr>
            <a:lvl8pPr lvl="7">
              <a:lnSpc>
                <a:spcPct val="115000"/>
              </a:lnSpc>
              <a:spcBef>
                <a:spcPts val="0"/>
              </a:spcBef>
              <a:spcAft>
                <a:spcPts val="0"/>
              </a:spcAft>
              <a:buSzPts val="1400"/>
              <a:buFont typeface="Figtree Black"/>
              <a:buNone/>
              <a:defRPr>
                <a:latin typeface="Figtree Black"/>
                <a:ea typeface="Figtree Black"/>
                <a:cs typeface="Figtree Black"/>
                <a:sym typeface="Figtree Black"/>
              </a:defRPr>
            </a:lvl8pPr>
            <a:lvl9pPr lvl="8">
              <a:lnSpc>
                <a:spcPct val="115000"/>
              </a:lnSpc>
              <a:spcBef>
                <a:spcPts val="0"/>
              </a:spcBef>
              <a:spcAft>
                <a:spcPts val="0"/>
              </a:spcAft>
              <a:buSzPts val="1400"/>
              <a:buFont typeface="Figtree Black"/>
              <a:buNone/>
              <a:defRPr>
                <a:latin typeface="Figtree Black"/>
                <a:ea typeface="Figtree Black"/>
                <a:cs typeface="Figtree Black"/>
                <a:sym typeface="Figtree Black"/>
              </a:defRPr>
            </a:lvl9pPr>
          </a:lstStyle>
          <a:p>
            <a:endParaRPr/>
          </a:p>
        </p:txBody>
      </p:sp>
      <p:sp>
        <p:nvSpPr>
          <p:cNvPr id="43" name="Google Shape;43;p5"/>
          <p:cNvSpPr txBox="1">
            <a:spLocks noGrp="1"/>
          </p:cNvSpPr>
          <p:nvPr>
            <p:ph type="subTitle" idx="4"/>
          </p:nvPr>
        </p:nvSpPr>
        <p:spPr>
          <a:xfrm>
            <a:off x="4651268" y="1451250"/>
            <a:ext cx="3772800" cy="3615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Figtree Black"/>
              <a:buNone/>
              <a:defRPr sz="1900">
                <a:latin typeface="Figtree Black"/>
                <a:ea typeface="Figtree Black"/>
                <a:cs typeface="Figtree Black"/>
                <a:sym typeface="Figtree Black"/>
              </a:defRPr>
            </a:lvl1pPr>
            <a:lvl2pPr lvl="1" rtl="0">
              <a:lnSpc>
                <a:spcPct val="115000"/>
              </a:lnSpc>
              <a:spcBef>
                <a:spcPts val="0"/>
              </a:spcBef>
              <a:spcAft>
                <a:spcPts val="0"/>
              </a:spcAft>
              <a:buSzPts val="1400"/>
              <a:buFont typeface="Figtree Black"/>
              <a:buNone/>
              <a:defRPr>
                <a:latin typeface="Figtree Black"/>
                <a:ea typeface="Figtree Black"/>
                <a:cs typeface="Figtree Black"/>
                <a:sym typeface="Figtree Black"/>
              </a:defRPr>
            </a:lvl2pPr>
            <a:lvl3pPr lvl="2" rtl="0">
              <a:lnSpc>
                <a:spcPct val="115000"/>
              </a:lnSpc>
              <a:spcBef>
                <a:spcPts val="0"/>
              </a:spcBef>
              <a:spcAft>
                <a:spcPts val="0"/>
              </a:spcAft>
              <a:buSzPts val="1400"/>
              <a:buFont typeface="Figtree Black"/>
              <a:buNone/>
              <a:defRPr>
                <a:latin typeface="Figtree Black"/>
                <a:ea typeface="Figtree Black"/>
                <a:cs typeface="Figtree Black"/>
                <a:sym typeface="Figtree Black"/>
              </a:defRPr>
            </a:lvl3pPr>
            <a:lvl4pPr lvl="3" rtl="0">
              <a:lnSpc>
                <a:spcPct val="115000"/>
              </a:lnSpc>
              <a:spcBef>
                <a:spcPts val="0"/>
              </a:spcBef>
              <a:spcAft>
                <a:spcPts val="0"/>
              </a:spcAft>
              <a:buSzPts val="1400"/>
              <a:buFont typeface="Figtree Black"/>
              <a:buNone/>
              <a:defRPr>
                <a:latin typeface="Figtree Black"/>
                <a:ea typeface="Figtree Black"/>
                <a:cs typeface="Figtree Black"/>
                <a:sym typeface="Figtree Black"/>
              </a:defRPr>
            </a:lvl4pPr>
            <a:lvl5pPr lvl="4" rtl="0">
              <a:lnSpc>
                <a:spcPct val="115000"/>
              </a:lnSpc>
              <a:spcBef>
                <a:spcPts val="0"/>
              </a:spcBef>
              <a:spcAft>
                <a:spcPts val="0"/>
              </a:spcAft>
              <a:buSzPts val="1400"/>
              <a:buFont typeface="Figtree Black"/>
              <a:buNone/>
              <a:defRPr>
                <a:latin typeface="Figtree Black"/>
                <a:ea typeface="Figtree Black"/>
                <a:cs typeface="Figtree Black"/>
                <a:sym typeface="Figtree Black"/>
              </a:defRPr>
            </a:lvl5pPr>
            <a:lvl6pPr lvl="5" rtl="0">
              <a:lnSpc>
                <a:spcPct val="115000"/>
              </a:lnSpc>
              <a:spcBef>
                <a:spcPts val="0"/>
              </a:spcBef>
              <a:spcAft>
                <a:spcPts val="0"/>
              </a:spcAft>
              <a:buSzPts val="1400"/>
              <a:buFont typeface="Figtree Black"/>
              <a:buNone/>
              <a:defRPr>
                <a:latin typeface="Figtree Black"/>
                <a:ea typeface="Figtree Black"/>
                <a:cs typeface="Figtree Black"/>
                <a:sym typeface="Figtree Black"/>
              </a:defRPr>
            </a:lvl6pPr>
            <a:lvl7pPr lvl="6" rtl="0">
              <a:lnSpc>
                <a:spcPct val="115000"/>
              </a:lnSpc>
              <a:spcBef>
                <a:spcPts val="0"/>
              </a:spcBef>
              <a:spcAft>
                <a:spcPts val="0"/>
              </a:spcAft>
              <a:buSzPts val="1400"/>
              <a:buFont typeface="Figtree Black"/>
              <a:buNone/>
              <a:defRPr>
                <a:latin typeface="Figtree Black"/>
                <a:ea typeface="Figtree Black"/>
                <a:cs typeface="Figtree Black"/>
                <a:sym typeface="Figtree Black"/>
              </a:defRPr>
            </a:lvl7pPr>
            <a:lvl8pPr lvl="7" rtl="0">
              <a:lnSpc>
                <a:spcPct val="115000"/>
              </a:lnSpc>
              <a:spcBef>
                <a:spcPts val="0"/>
              </a:spcBef>
              <a:spcAft>
                <a:spcPts val="0"/>
              </a:spcAft>
              <a:buSzPts val="1400"/>
              <a:buFont typeface="Figtree Black"/>
              <a:buNone/>
              <a:defRPr>
                <a:latin typeface="Figtree Black"/>
                <a:ea typeface="Figtree Black"/>
                <a:cs typeface="Figtree Black"/>
                <a:sym typeface="Figtree Black"/>
              </a:defRPr>
            </a:lvl8pPr>
            <a:lvl9pPr lvl="8" rtl="0">
              <a:lnSpc>
                <a:spcPct val="115000"/>
              </a:lnSpc>
              <a:spcBef>
                <a:spcPts val="0"/>
              </a:spcBef>
              <a:spcAft>
                <a:spcPts val="0"/>
              </a:spcAft>
              <a:buSzPts val="1400"/>
              <a:buFont typeface="Figtree Black"/>
              <a:buNone/>
              <a:defRPr>
                <a:latin typeface="Figtree Black"/>
                <a:ea typeface="Figtree Black"/>
                <a:cs typeface="Figtree Black"/>
                <a:sym typeface="Figtree Black"/>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4"/>
        <p:cNvGrpSpPr/>
        <p:nvPr/>
      </p:nvGrpSpPr>
      <p:grpSpPr>
        <a:xfrm>
          <a:off x="0" y="0"/>
          <a:ext cx="0" cy="0"/>
          <a:chOff x="0" y="0"/>
          <a:chExt cx="0" cy="0"/>
        </a:xfrm>
      </p:grpSpPr>
      <p:sp>
        <p:nvSpPr>
          <p:cNvPr id="45" name="Google Shape;45;p6"/>
          <p:cNvSpPr/>
          <p:nvPr/>
        </p:nvSpPr>
        <p:spPr>
          <a:xfrm>
            <a:off x="8240650" y="42043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 name="Google Shape;46;p6"/>
          <p:cNvGrpSpPr/>
          <p:nvPr/>
        </p:nvGrpSpPr>
        <p:grpSpPr>
          <a:xfrm>
            <a:off x="232200" y="-49400"/>
            <a:ext cx="8679000" cy="5250800"/>
            <a:chOff x="232200" y="-49400"/>
            <a:chExt cx="8679000" cy="5250800"/>
          </a:xfrm>
        </p:grpSpPr>
        <p:grpSp>
          <p:nvGrpSpPr>
            <p:cNvPr id="47" name="Google Shape;47;p6"/>
            <p:cNvGrpSpPr/>
            <p:nvPr/>
          </p:nvGrpSpPr>
          <p:grpSpPr>
            <a:xfrm>
              <a:off x="232200" y="-49400"/>
              <a:ext cx="8679000" cy="5250800"/>
              <a:chOff x="232200" y="-49400"/>
              <a:chExt cx="8679000" cy="5250800"/>
            </a:xfrm>
          </p:grpSpPr>
          <p:sp>
            <p:nvSpPr>
              <p:cNvPr id="48" name="Google Shape;48;p6"/>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9" name="Google Shape;49;p6"/>
              <p:cNvCxnSpPr/>
              <p:nvPr/>
            </p:nvCxnSpPr>
            <p:spPr>
              <a:xfrm rot="10800000">
                <a:off x="8911200" y="-49400"/>
                <a:ext cx="0" cy="284100"/>
              </a:xfrm>
              <a:prstGeom prst="straightConnector1">
                <a:avLst/>
              </a:prstGeom>
              <a:noFill/>
              <a:ln w="19050" cap="flat" cmpd="sng">
                <a:solidFill>
                  <a:schemeClr val="dk1"/>
                </a:solidFill>
                <a:prstDash val="solid"/>
                <a:round/>
                <a:headEnd type="none" w="med" len="med"/>
                <a:tailEnd type="none" w="med" len="med"/>
              </a:ln>
            </p:spPr>
          </p:cxnSp>
          <p:cxnSp>
            <p:nvCxnSpPr>
              <p:cNvPr id="50" name="Google Shape;50;p6"/>
              <p:cNvCxnSpPr/>
              <p:nvPr/>
            </p:nvCxnSpPr>
            <p:spPr>
              <a:xfrm rot="10800000">
                <a:off x="232200" y="4917300"/>
                <a:ext cx="0" cy="284100"/>
              </a:xfrm>
              <a:prstGeom prst="straightConnector1">
                <a:avLst/>
              </a:prstGeom>
              <a:noFill/>
              <a:ln w="19050" cap="flat" cmpd="sng">
                <a:solidFill>
                  <a:schemeClr val="dk1"/>
                </a:solidFill>
                <a:prstDash val="solid"/>
                <a:round/>
                <a:headEnd type="none" w="med" len="med"/>
                <a:tailEnd type="none" w="med" len="med"/>
              </a:ln>
            </p:spPr>
          </p:cxnSp>
        </p:grpSp>
        <p:sp>
          <p:nvSpPr>
            <p:cNvPr id="51" name="Google Shape;51;p6"/>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3"/>
        <p:cNvGrpSpPr/>
        <p:nvPr/>
      </p:nvGrpSpPr>
      <p:grpSpPr>
        <a:xfrm>
          <a:off x="0" y="0"/>
          <a:ext cx="0" cy="0"/>
          <a:chOff x="0" y="0"/>
          <a:chExt cx="0" cy="0"/>
        </a:xfrm>
      </p:grpSpPr>
      <p:sp>
        <p:nvSpPr>
          <p:cNvPr id="54" name="Google Shape;54;p7"/>
          <p:cNvSpPr/>
          <p:nvPr/>
        </p:nvSpPr>
        <p:spPr>
          <a:xfrm>
            <a:off x="8240650" y="42043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 name="Google Shape;55;p7"/>
          <p:cNvGrpSpPr/>
          <p:nvPr/>
        </p:nvGrpSpPr>
        <p:grpSpPr>
          <a:xfrm>
            <a:off x="-19050" y="-16000"/>
            <a:ext cx="8930250" cy="4933300"/>
            <a:chOff x="-19050" y="-16000"/>
            <a:chExt cx="8930250" cy="4933300"/>
          </a:xfrm>
        </p:grpSpPr>
        <p:sp>
          <p:nvSpPr>
            <p:cNvPr id="56" name="Google Shape;56;p7"/>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7" name="Google Shape;57;p7"/>
            <p:cNvCxnSpPr/>
            <p:nvPr/>
          </p:nvCxnSpPr>
          <p:spPr>
            <a:xfrm rot="10800000">
              <a:off x="-19050" y="4917300"/>
              <a:ext cx="258900" cy="0"/>
            </a:xfrm>
            <a:prstGeom prst="straightConnector1">
              <a:avLst/>
            </a:prstGeom>
            <a:noFill/>
            <a:ln w="19050" cap="flat" cmpd="sng">
              <a:solidFill>
                <a:schemeClr val="dk1"/>
              </a:solidFill>
              <a:prstDash val="solid"/>
              <a:round/>
              <a:headEnd type="none" w="med" len="med"/>
              <a:tailEnd type="none" w="med" len="med"/>
            </a:ln>
          </p:spPr>
        </p:cxnSp>
        <p:cxnSp>
          <p:nvCxnSpPr>
            <p:cNvPr id="58" name="Google Shape;58;p7"/>
            <p:cNvCxnSpPr/>
            <p:nvPr/>
          </p:nvCxnSpPr>
          <p:spPr>
            <a:xfrm rot="10800000">
              <a:off x="8911200" y="-16000"/>
              <a:ext cx="0" cy="258900"/>
            </a:xfrm>
            <a:prstGeom prst="straightConnector1">
              <a:avLst/>
            </a:prstGeom>
            <a:noFill/>
            <a:ln w="19050" cap="flat" cmpd="sng">
              <a:solidFill>
                <a:schemeClr val="dk1"/>
              </a:solidFill>
              <a:prstDash val="solid"/>
              <a:round/>
              <a:headEnd type="none" w="med" len="med"/>
              <a:tailEnd type="none" w="med" len="med"/>
            </a:ln>
          </p:spPr>
        </p:cxnSp>
      </p:grpSp>
      <p:sp>
        <p:nvSpPr>
          <p:cNvPr id="59" name="Google Shape;59;p7"/>
          <p:cNvSpPr txBox="1">
            <a:spLocks noGrp="1"/>
          </p:cNvSpPr>
          <p:nvPr>
            <p:ph type="title"/>
          </p:nvPr>
        </p:nvSpPr>
        <p:spPr>
          <a:xfrm>
            <a:off x="720000" y="448050"/>
            <a:ext cx="7710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60" name="Google Shape;60;p7"/>
          <p:cNvSpPr txBox="1">
            <a:spLocks noGrp="1"/>
          </p:cNvSpPr>
          <p:nvPr>
            <p:ph type="subTitle" idx="1"/>
          </p:nvPr>
        </p:nvSpPr>
        <p:spPr>
          <a:xfrm>
            <a:off x="1733625" y="1361025"/>
            <a:ext cx="6580200" cy="29061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Char char="●"/>
              <a:defRPr sz="1600">
                <a:latin typeface="Hanken Grotesk"/>
                <a:ea typeface="Hanken Grotesk"/>
                <a:cs typeface="Hanken Grotesk"/>
                <a:sym typeface="Hanken Grotesk"/>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400"/>
              <a:buFont typeface="Nunito Light"/>
              <a:buChar char="○"/>
              <a:defRPr/>
            </a:lvl5pPr>
            <a:lvl6pPr lvl="5" algn="ctr" rtl="0">
              <a:lnSpc>
                <a:spcPct val="100000"/>
              </a:lnSpc>
              <a:spcBef>
                <a:spcPts val="0"/>
              </a:spcBef>
              <a:spcAft>
                <a:spcPts val="0"/>
              </a:spcAft>
              <a:buClr>
                <a:srgbClr val="999999"/>
              </a:buClr>
              <a:buSzPts val="14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400"/>
              <a:buFont typeface="Nunito Light"/>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1"/>
        <p:cNvGrpSpPr/>
        <p:nvPr/>
      </p:nvGrpSpPr>
      <p:grpSpPr>
        <a:xfrm>
          <a:off x="0" y="0"/>
          <a:ext cx="0" cy="0"/>
          <a:chOff x="0" y="0"/>
          <a:chExt cx="0" cy="0"/>
        </a:xfrm>
      </p:grpSpPr>
      <p:sp>
        <p:nvSpPr>
          <p:cNvPr id="62" name="Google Shape;62;p8"/>
          <p:cNvSpPr/>
          <p:nvPr/>
        </p:nvSpPr>
        <p:spPr>
          <a:xfrm>
            <a:off x="2007375" y="2776900"/>
            <a:ext cx="5143500" cy="514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8"/>
          <p:cNvGrpSpPr/>
          <p:nvPr/>
        </p:nvGrpSpPr>
        <p:grpSpPr>
          <a:xfrm>
            <a:off x="-25" y="533550"/>
            <a:ext cx="9270975" cy="4075025"/>
            <a:chOff x="-25" y="533550"/>
            <a:chExt cx="9270975" cy="4075025"/>
          </a:xfrm>
        </p:grpSpPr>
        <p:sp>
          <p:nvSpPr>
            <p:cNvPr id="64" name="Google Shape;64;p8"/>
            <p:cNvSpPr/>
            <p:nvPr/>
          </p:nvSpPr>
          <p:spPr>
            <a:xfrm>
              <a:off x="727425" y="533550"/>
              <a:ext cx="7703400" cy="40749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3800">
                <a:solidFill>
                  <a:schemeClr val="dk1"/>
                </a:solidFill>
                <a:latin typeface="Figtree Black"/>
                <a:ea typeface="Figtree Black"/>
                <a:cs typeface="Figtree Black"/>
                <a:sym typeface="Figtree Black"/>
              </a:endParaRPr>
            </a:p>
          </p:txBody>
        </p:sp>
        <p:cxnSp>
          <p:nvCxnSpPr>
            <p:cNvPr id="65" name="Google Shape;65;p8"/>
            <p:cNvCxnSpPr/>
            <p:nvPr/>
          </p:nvCxnSpPr>
          <p:spPr>
            <a:xfrm rot="10800000">
              <a:off x="8430950" y="533550"/>
              <a:ext cx="840000" cy="0"/>
            </a:xfrm>
            <a:prstGeom prst="straightConnector1">
              <a:avLst/>
            </a:prstGeom>
            <a:noFill/>
            <a:ln w="19050" cap="flat" cmpd="sng">
              <a:solidFill>
                <a:schemeClr val="dk1"/>
              </a:solidFill>
              <a:prstDash val="solid"/>
              <a:round/>
              <a:headEnd type="none" w="med" len="med"/>
              <a:tailEnd type="none" w="med" len="med"/>
            </a:ln>
          </p:spPr>
        </p:cxnSp>
        <p:cxnSp>
          <p:nvCxnSpPr>
            <p:cNvPr id="66" name="Google Shape;66;p8"/>
            <p:cNvCxnSpPr/>
            <p:nvPr/>
          </p:nvCxnSpPr>
          <p:spPr>
            <a:xfrm rot="10800000">
              <a:off x="-25" y="4608575"/>
              <a:ext cx="740700" cy="0"/>
            </a:xfrm>
            <a:prstGeom prst="straightConnector1">
              <a:avLst/>
            </a:prstGeom>
            <a:noFill/>
            <a:ln w="19050" cap="flat" cmpd="sng">
              <a:solidFill>
                <a:schemeClr val="dk1"/>
              </a:solidFill>
              <a:prstDash val="solid"/>
              <a:round/>
              <a:headEnd type="none" w="med" len="med"/>
              <a:tailEnd type="none" w="med" len="med"/>
            </a:ln>
          </p:spPr>
        </p:cxnSp>
      </p:grpSp>
      <p:sp>
        <p:nvSpPr>
          <p:cNvPr id="67" name="Google Shape;67;p8"/>
          <p:cNvSpPr txBox="1">
            <a:spLocks noGrp="1"/>
          </p:cNvSpPr>
          <p:nvPr>
            <p:ph type="title"/>
          </p:nvPr>
        </p:nvSpPr>
        <p:spPr>
          <a:xfrm>
            <a:off x="1644450" y="1733400"/>
            <a:ext cx="5855100" cy="760800"/>
          </a:xfrm>
          <a:prstGeom prst="rect">
            <a:avLst/>
          </a:prstGeom>
        </p:spPr>
        <p:txBody>
          <a:bodyPr spcFirstLastPara="1" wrap="square" lIns="91425" tIns="91425" rIns="91425" bIns="91425" anchor="b" anchorCtr="0">
            <a:noAutofit/>
          </a:bodyPr>
          <a:lstStyle>
            <a:lvl1pPr lvl="0" algn="ctr">
              <a:spcBef>
                <a:spcPts val="0"/>
              </a:spcBef>
              <a:spcAft>
                <a:spcPts val="0"/>
              </a:spcAft>
              <a:buSzPts val="4800"/>
              <a:buNone/>
              <a:defRPr sz="43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8"/>
        <p:cNvGrpSpPr/>
        <p:nvPr/>
      </p:nvGrpSpPr>
      <p:grpSpPr>
        <a:xfrm>
          <a:off x="0" y="0"/>
          <a:ext cx="0" cy="0"/>
          <a:chOff x="0" y="0"/>
          <a:chExt cx="0" cy="0"/>
        </a:xfrm>
      </p:grpSpPr>
      <p:sp>
        <p:nvSpPr>
          <p:cNvPr id="69" name="Google Shape;69;p9"/>
          <p:cNvSpPr/>
          <p:nvPr/>
        </p:nvSpPr>
        <p:spPr>
          <a:xfrm>
            <a:off x="-2613450" y="-126025"/>
            <a:ext cx="5402100" cy="54021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0" name="Google Shape;70;p9"/>
          <p:cNvGrpSpPr/>
          <p:nvPr/>
        </p:nvGrpSpPr>
        <p:grpSpPr>
          <a:xfrm>
            <a:off x="727425" y="-49275"/>
            <a:ext cx="7703400" cy="5243325"/>
            <a:chOff x="727425" y="-49275"/>
            <a:chExt cx="7703400" cy="5243325"/>
          </a:xfrm>
        </p:grpSpPr>
        <p:sp>
          <p:nvSpPr>
            <p:cNvPr id="71" name="Google Shape;71;p9"/>
            <p:cNvSpPr/>
            <p:nvPr/>
          </p:nvSpPr>
          <p:spPr>
            <a:xfrm>
              <a:off x="727425" y="533550"/>
              <a:ext cx="7703400" cy="40749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2" name="Google Shape;72;p9"/>
            <p:cNvCxnSpPr/>
            <p:nvPr/>
          </p:nvCxnSpPr>
          <p:spPr>
            <a:xfrm rot="10800000">
              <a:off x="727425" y="-49275"/>
              <a:ext cx="0" cy="585600"/>
            </a:xfrm>
            <a:prstGeom prst="straightConnector1">
              <a:avLst/>
            </a:prstGeom>
            <a:noFill/>
            <a:ln w="19050" cap="flat" cmpd="sng">
              <a:solidFill>
                <a:schemeClr val="dk1"/>
              </a:solidFill>
              <a:prstDash val="solid"/>
              <a:round/>
              <a:headEnd type="none" w="med" len="med"/>
              <a:tailEnd type="none" w="med" len="med"/>
            </a:ln>
          </p:spPr>
        </p:cxnSp>
        <p:cxnSp>
          <p:nvCxnSpPr>
            <p:cNvPr id="73" name="Google Shape;73;p9"/>
            <p:cNvCxnSpPr/>
            <p:nvPr/>
          </p:nvCxnSpPr>
          <p:spPr>
            <a:xfrm rot="10800000">
              <a:off x="8430775" y="4608450"/>
              <a:ext cx="0" cy="585600"/>
            </a:xfrm>
            <a:prstGeom prst="straightConnector1">
              <a:avLst/>
            </a:prstGeom>
            <a:noFill/>
            <a:ln w="19050" cap="flat" cmpd="sng">
              <a:solidFill>
                <a:schemeClr val="dk1"/>
              </a:solidFill>
              <a:prstDash val="solid"/>
              <a:round/>
              <a:headEnd type="none" w="med" len="med"/>
              <a:tailEnd type="none" w="med" len="med"/>
            </a:ln>
          </p:spPr>
        </p:cxnSp>
      </p:grpSp>
      <p:sp>
        <p:nvSpPr>
          <p:cNvPr id="74" name="Google Shape;74;p9"/>
          <p:cNvSpPr txBox="1">
            <a:spLocks noGrp="1"/>
          </p:cNvSpPr>
          <p:nvPr>
            <p:ph type="title"/>
          </p:nvPr>
        </p:nvSpPr>
        <p:spPr>
          <a:xfrm>
            <a:off x="3496850" y="1021763"/>
            <a:ext cx="4294800" cy="2095200"/>
          </a:xfrm>
          <a:prstGeom prst="rect">
            <a:avLst/>
          </a:prstGeom>
        </p:spPr>
        <p:txBody>
          <a:bodyPr spcFirstLastPara="1" wrap="square" lIns="91425" tIns="91425" rIns="91425" bIns="91425" anchor="b" anchorCtr="0">
            <a:noAutofit/>
          </a:bodyPr>
          <a:lstStyle>
            <a:lvl1pPr lvl="0" rtl="0">
              <a:spcBef>
                <a:spcPts val="0"/>
              </a:spcBef>
              <a:spcAft>
                <a:spcPts val="0"/>
              </a:spcAft>
              <a:buSzPts val="2800"/>
              <a:buNone/>
              <a:defRPr sz="4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75" name="Google Shape;75;p9"/>
          <p:cNvSpPr txBox="1">
            <a:spLocks noGrp="1"/>
          </p:cNvSpPr>
          <p:nvPr>
            <p:ph type="subTitle" idx="1"/>
          </p:nvPr>
        </p:nvSpPr>
        <p:spPr>
          <a:xfrm>
            <a:off x="3496850" y="3117038"/>
            <a:ext cx="4294800" cy="1004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6"/>
        <p:cNvGrpSpPr/>
        <p:nvPr/>
      </p:nvGrpSpPr>
      <p:grpSpPr>
        <a:xfrm>
          <a:off x="0" y="0"/>
          <a:ext cx="0" cy="0"/>
          <a:chOff x="0" y="0"/>
          <a:chExt cx="0" cy="0"/>
        </a:xfrm>
      </p:grpSpPr>
      <p:sp>
        <p:nvSpPr>
          <p:cNvPr id="77" name="Google Shape;77;p10"/>
          <p:cNvSpPr>
            <a:spLocks noGrp="1"/>
          </p:cNvSpPr>
          <p:nvPr>
            <p:ph type="pic" idx="2"/>
          </p:nvPr>
        </p:nvSpPr>
        <p:spPr>
          <a:xfrm>
            <a:off x="0" y="0"/>
            <a:ext cx="9144000" cy="5143500"/>
          </a:xfrm>
          <a:prstGeom prst="rect">
            <a:avLst/>
          </a:prstGeom>
          <a:noFill/>
          <a:ln>
            <a:noFill/>
          </a:ln>
        </p:spPr>
      </p:sp>
      <p:sp>
        <p:nvSpPr>
          <p:cNvPr id="78" name="Google Shape;78;p10"/>
          <p:cNvSpPr txBox="1">
            <a:spLocks noGrp="1"/>
          </p:cNvSpPr>
          <p:nvPr>
            <p:ph type="title"/>
          </p:nvPr>
        </p:nvSpPr>
        <p:spPr>
          <a:xfrm>
            <a:off x="720000" y="4045175"/>
            <a:ext cx="7710900" cy="5634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lnSpc>
                <a:spcPct val="115000"/>
              </a:lnSpc>
              <a:spcBef>
                <a:spcPts val="0"/>
              </a:spcBef>
              <a:spcAft>
                <a:spcPts val="0"/>
              </a:spcAft>
              <a:buSzPts val="28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79"/>
        <p:cNvGrpSpPr/>
        <p:nvPr/>
      </p:nvGrpSpPr>
      <p:grpSpPr>
        <a:xfrm>
          <a:off x="0" y="0"/>
          <a:ext cx="0" cy="0"/>
          <a:chOff x="0" y="0"/>
          <a:chExt cx="0" cy="0"/>
        </a:xfrm>
      </p:grpSpPr>
      <p:sp>
        <p:nvSpPr>
          <p:cNvPr id="80" name="Google Shape;80;p11"/>
          <p:cNvSpPr/>
          <p:nvPr/>
        </p:nvSpPr>
        <p:spPr>
          <a:xfrm>
            <a:off x="-3422975" y="0"/>
            <a:ext cx="5143500" cy="514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1" name="Google Shape;81;p11"/>
          <p:cNvGrpSpPr/>
          <p:nvPr/>
        </p:nvGrpSpPr>
        <p:grpSpPr>
          <a:xfrm>
            <a:off x="727425" y="-382650"/>
            <a:ext cx="7703400" cy="5907300"/>
            <a:chOff x="727425" y="-382650"/>
            <a:chExt cx="7703400" cy="5907300"/>
          </a:xfrm>
        </p:grpSpPr>
        <p:sp>
          <p:nvSpPr>
            <p:cNvPr id="82" name="Google Shape;82;p11"/>
            <p:cNvSpPr/>
            <p:nvPr/>
          </p:nvSpPr>
          <p:spPr>
            <a:xfrm>
              <a:off x="727425" y="533550"/>
              <a:ext cx="7703400" cy="40749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3" name="Google Shape;83;p11"/>
            <p:cNvCxnSpPr/>
            <p:nvPr/>
          </p:nvCxnSpPr>
          <p:spPr>
            <a:xfrm>
              <a:off x="727425" y="4608450"/>
              <a:ext cx="0" cy="916200"/>
            </a:xfrm>
            <a:prstGeom prst="straightConnector1">
              <a:avLst/>
            </a:prstGeom>
            <a:noFill/>
            <a:ln w="19050" cap="flat" cmpd="sng">
              <a:solidFill>
                <a:schemeClr val="dk1"/>
              </a:solidFill>
              <a:prstDash val="solid"/>
              <a:round/>
              <a:headEnd type="none" w="med" len="med"/>
              <a:tailEnd type="none" w="med" len="med"/>
            </a:ln>
          </p:spPr>
        </p:cxnSp>
        <p:cxnSp>
          <p:nvCxnSpPr>
            <p:cNvPr id="84" name="Google Shape;84;p11"/>
            <p:cNvCxnSpPr/>
            <p:nvPr/>
          </p:nvCxnSpPr>
          <p:spPr>
            <a:xfrm>
              <a:off x="8430775" y="-382650"/>
              <a:ext cx="0" cy="916200"/>
            </a:xfrm>
            <a:prstGeom prst="straightConnector1">
              <a:avLst/>
            </a:prstGeom>
            <a:noFill/>
            <a:ln w="19050" cap="flat" cmpd="sng">
              <a:solidFill>
                <a:schemeClr val="dk1"/>
              </a:solidFill>
              <a:prstDash val="solid"/>
              <a:round/>
              <a:headEnd type="none" w="med" len="med"/>
              <a:tailEnd type="none" w="med" len="med"/>
            </a:ln>
          </p:spPr>
        </p:cxnSp>
      </p:grpSp>
      <p:sp>
        <p:nvSpPr>
          <p:cNvPr id="85" name="Google Shape;85;p11"/>
          <p:cNvSpPr txBox="1">
            <a:spLocks noGrp="1"/>
          </p:cNvSpPr>
          <p:nvPr>
            <p:ph type="title" hasCustomPrompt="1"/>
          </p:nvPr>
        </p:nvSpPr>
        <p:spPr>
          <a:xfrm>
            <a:off x="2603050" y="1856113"/>
            <a:ext cx="5827800" cy="1024500"/>
          </a:xfrm>
          <a:prstGeom prst="rect">
            <a:avLst/>
          </a:prstGeom>
          <a:solidFill>
            <a:schemeClr val="dk1"/>
          </a:solidFill>
        </p:spPr>
        <p:txBody>
          <a:bodyPr spcFirstLastPara="1" wrap="square" lIns="91425" tIns="91425" rIns="91425" bIns="91425" anchor="ctr" anchorCtr="0">
            <a:noAutofit/>
          </a:bodyPr>
          <a:lstStyle>
            <a:lvl1pPr marL="0" lvl="0" indent="0" rtl="0">
              <a:lnSpc>
                <a:spcPct val="115000"/>
              </a:lnSpc>
              <a:spcBef>
                <a:spcPts val="0"/>
              </a:spcBef>
              <a:spcAft>
                <a:spcPts val="0"/>
              </a:spcAft>
              <a:buSzPts val="9600"/>
              <a:buNone/>
              <a:defRPr sz="4900">
                <a:solidFill>
                  <a:schemeClr val="lt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86" name="Google Shape;86;p11"/>
          <p:cNvSpPr txBox="1">
            <a:spLocks noGrp="1"/>
          </p:cNvSpPr>
          <p:nvPr>
            <p:ph type="subTitle" idx="1"/>
          </p:nvPr>
        </p:nvSpPr>
        <p:spPr>
          <a:xfrm>
            <a:off x="2603050" y="2880588"/>
            <a:ext cx="5827800" cy="405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a:latin typeface="Hanken Grotesk"/>
                <a:ea typeface="Hanken Grotesk"/>
                <a:cs typeface="Hanken Grotesk"/>
                <a:sym typeface="Hanken Grotesk"/>
              </a:defRPr>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2"/>
        </a:solidFill>
        <a:effectLst/>
      </p:bgPr>
    </p:bg>
    <p:spTree>
      <p:nvGrpSpPr>
        <p:cNvPr id="1" name="Shape 87"/>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88"/>
        <p:cNvGrpSpPr/>
        <p:nvPr/>
      </p:nvGrpSpPr>
      <p:grpSpPr>
        <a:xfrm>
          <a:off x="0" y="0"/>
          <a:ext cx="0" cy="0"/>
          <a:chOff x="0" y="0"/>
          <a:chExt cx="0" cy="0"/>
        </a:xfrm>
      </p:grpSpPr>
      <p:sp>
        <p:nvSpPr>
          <p:cNvPr id="89" name="Google Shape;89;p13"/>
          <p:cNvSpPr/>
          <p:nvPr/>
        </p:nvSpPr>
        <p:spPr>
          <a:xfrm>
            <a:off x="-941925" y="42043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0" name="Google Shape;90;p13"/>
          <p:cNvGrpSpPr/>
          <p:nvPr/>
        </p:nvGrpSpPr>
        <p:grpSpPr>
          <a:xfrm>
            <a:off x="-19050" y="232800"/>
            <a:ext cx="9189150" cy="4684500"/>
            <a:chOff x="-19050" y="232800"/>
            <a:chExt cx="9189150" cy="4684500"/>
          </a:xfrm>
        </p:grpSpPr>
        <p:sp>
          <p:nvSpPr>
            <p:cNvPr id="91" name="Google Shape;91;p13"/>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2" name="Google Shape;92;p13"/>
            <p:cNvCxnSpPr/>
            <p:nvPr/>
          </p:nvCxnSpPr>
          <p:spPr>
            <a:xfrm rot="10800000">
              <a:off x="-19050" y="232800"/>
              <a:ext cx="258900" cy="0"/>
            </a:xfrm>
            <a:prstGeom prst="straightConnector1">
              <a:avLst/>
            </a:prstGeom>
            <a:noFill/>
            <a:ln w="19050" cap="flat" cmpd="sng">
              <a:solidFill>
                <a:schemeClr val="dk1"/>
              </a:solidFill>
              <a:prstDash val="solid"/>
              <a:round/>
              <a:headEnd type="none" w="med" len="med"/>
              <a:tailEnd type="none" w="med" len="med"/>
            </a:ln>
          </p:spPr>
        </p:cxnSp>
        <p:cxnSp>
          <p:nvCxnSpPr>
            <p:cNvPr id="93" name="Google Shape;93;p13"/>
            <p:cNvCxnSpPr/>
            <p:nvPr/>
          </p:nvCxnSpPr>
          <p:spPr>
            <a:xfrm rot="10800000">
              <a:off x="8911200" y="4917300"/>
              <a:ext cx="258900" cy="0"/>
            </a:xfrm>
            <a:prstGeom prst="straightConnector1">
              <a:avLst/>
            </a:prstGeom>
            <a:noFill/>
            <a:ln w="19050" cap="flat" cmpd="sng">
              <a:solidFill>
                <a:schemeClr val="dk1"/>
              </a:solidFill>
              <a:prstDash val="solid"/>
              <a:round/>
              <a:headEnd type="none" w="med" len="med"/>
              <a:tailEnd type="none" w="med" len="med"/>
            </a:ln>
          </p:spPr>
        </p:cxnSp>
      </p:grpSp>
      <p:sp>
        <p:nvSpPr>
          <p:cNvPr id="94" name="Google Shape;94;p13"/>
          <p:cNvSpPr txBox="1">
            <a:spLocks noGrp="1"/>
          </p:cNvSpPr>
          <p:nvPr>
            <p:ph type="title"/>
          </p:nvPr>
        </p:nvSpPr>
        <p:spPr>
          <a:xfrm>
            <a:off x="6632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95" name="Google Shape;95;p13"/>
          <p:cNvSpPr txBox="1">
            <a:spLocks noGrp="1"/>
          </p:cNvSpPr>
          <p:nvPr>
            <p:ph type="subTitle" idx="1"/>
          </p:nvPr>
        </p:nvSpPr>
        <p:spPr>
          <a:xfrm>
            <a:off x="788675" y="2105875"/>
            <a:ext cx="2305500" cy="572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96" name="Google Shape;96;p13"/>
          <p:cNvSpPr txBox="1">
            <a:spLocks noGrp="1"/>
          </p:cNvSpPr>
          <p:nvPr>
            <p:ph type="subTitle" idx="2"/>
          </p:nvPr>
        </p:nvSpPr>
        <p:spPr>
          <a:xfrm>
            <a:off x="788675" y="3772552"/>
            <a:ext cx="2305500" cy="572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97" name="Google Shape;97;p13"/>
          <p:cNvSpPr txBox="1">
            <a:spLocks noGrp="1"/>
          </p:cNvSpPr>
          <p:nvPr>
            <p:ph type="subTitle" idx="3"/>
          </p:nvPr>
        </p:nvSpPr>
        <p:spPr>
          <a:xfrm>
            <a:off x="3418500" y="3772552"/>
            <a:ext cx="2305500" cy="572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98" name="Google Shape;98;p13"/>
          <p:cNvSpPr txBox="1">
            <a:spLocks noGrp="1"/>
          </p:cNvSpPr>
          <p:nvPr>
            <p:ph type="subTitle" idx="4"/>
          </p:nvPr>
        </p:nvSpPr>
        <p:spPr>
          <a:xfrm>
            <a:off x="3418500" y="2105875"/>
            <a:ext cx="2305500" cy="572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99" name="Google Shape;99;p13"/>
          <p:cNvSpPr txBox="1">
            <a:spLocks noGrp="1"/>
          </p:cNvSpPr>
          <p:nvPr>
            <p:ph type="title" idx="5" hasCustomPrompt="1"/>
          </p:nvPr>
        </p:nvSpPr>
        <p:spPr>
          <a:xfrm>
            <a:off x="919575" y="1319650"/>
            <a:ext cx="365700" cy="365700"/>
          </a:xfrm>
          <a:prstGeom prst="rect">
            <a:avLst/>
          </a:prstGeom>
          <a:solidFill>
            <a:schemeClr val="dk1"/>
          </a:solid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11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0" name="Google Shape;100;p13"/>
          <p:cNvSpPr txBox="1">
            <a:spLocks noGrp="1"/>
          </p:cNvSpPr>
          <p:nvPr>
            <p:ph type="title" idx="6" hasCustomPrompt="1"/>
          </p:nvPr>
        </p:nvSpPr>
        <p:spPr>
          <a:xfrm>
            <a:off x="3509050" y="2977575"/>
            <a:ext cx="365700" cy="365700"/>
          </a:xfrm>
          <a:prstGeom prst="rect">
            <a:avLst/>
          </a:prstGeom>
          <a:solidFill>
            <a:schemeClr val="dk1"/>
          </a:solid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11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1" name="Google Shape;101;p13"/>
          <p:cNvSpPr txBox="1">
            <a:spLocks noGrp="1"/>
          </p:cNvSpPr>
          <p:nvPr>
            <p:ph type="title" idx="7" hasCustomPrompt="1"/>
          </p:nvPr>
        </p:nvSpPr>
        <p:spPr>
          <a:xfrm>
            <a:off x="919575" y="2977575"/>
            <a:ext cx="365700" cy="365700"/>
          </a:xfrm>
          <a:prstGeom prst="rect">
            <a:avLst/>
          </a:prstGeom>
          <a:solidFill>
            <a:schemeClr val="dk1"/>
          </a:solid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11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2" name="Google Shape;102;p13"/>
          <p:cNvSpPr txBox="1">
            <a:spLocks noGrp="1"/>
          </p:cNvSpPr>
          <p:nvPr>
            <p:ph type="title" idx="8" hasCustomPrompt="1"/>
          </p:nvPr>
        </p:nvSpPr>
        <p:spPr>
          <a:xfrm>
            <a:off x="3528275" y="1319650"/>
            <a:ext cx="365700" cy="365700"/>
          </a:xfrm>
          <a:prstGeom prst="rect">
            <a:avLst/>
          </a:prstGeom>
          <a:solidFill>
            <a:schemeClr val="dk1"/>
          </a:solid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11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3" name="Google Shape;103;p13"/>
          <p:cNvSpPr txBox="1">
            <a:spLocks noGrp="1"/>
          </p:cNvSpPr>
          <p:nvPr>
            <p:ph type="subTitle" idx="9"/>
          </p:nvPr>
        </p:nvSpPr>
        <p:spPr>
          <a:xfrm>
            <a:off x="6048325" y="3772552"/>
            <a:ext cx="2305500" cy="572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04" name="Google Shape;104;p13"/>
          <p:cNvSpPr txBox="1">
            <a:spLocks noGrp="1"/>
          </p:cNvSpPr>
          <p:nvPr>
            <p:ph type="subTitle" idx="13"/>
          </p:nvPr>
        </p:nvSpPr>
        <p:spPr>
          <a:xfrm>
            <a:off x="6048325" y="2105875"/>
            <a:ext cx="2305500" cy="572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05" name="Google Shape;105;p13"/>
          <p:cNvSpPr txBox="1">
            <a:spLocks noGrp="1"/>
          </p:cNvSpPr>
          <p:nvPr>
            <p:ph type="title" idx="14" hasCustomPrompt="1"/>
          </p:nvPr>
        </p:nvSpPr>
        <p:spPr>
          <a:xfrm>
            <a:off x="6136975" y="2977575"/>
            <a:ext cx="365700" cy="365700"/>
          </a:xfrm>
          <a:prstGeom prst="rect">
            <a:avLst/>
          </a:prstGeom>
          <a:solidFill>
            <a:schemeClr val="dk1"/>
          </a:solid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11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6" name="Google Shape;106;p13"/>
          <p:cNvSpPr txBox="1">
            <a:spLocks noGrp="1"/>
          </p:cNvSpPr>
          <p:nvPr>
            <p:ph type="title" idx="15" hasCustomPrompt="1"/>
          </p:nvPr>
        </p:nvSpPr>
        <p:spPr>
          <a:xfrm>
            <a:off x="6136975" y="1319650"/>
            <a:ext cx="365700" cy="365700"/>
          </a:xfrm>
          <a:prstGeom prst="rect">
            <a:avLst/>
          </a:prstGeom>
          <a:solidFill>
            <a:schemeClr val="dk1"/>
          </a:solid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11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7" name="Google Shape;107;p13"/>
          <p:cNvSpPr txBox="1">
            <a:spLocks noGrp="1"/>
          </p:cNvSpPr>
          <p:nvPr>
            <p:ph type="subTitle" idx="16"/>
          </p:nvPr>
        </p:nvSpPr>
        <p:spPr>
          <a:xfrm>
            <a:off x="788675" y="1848775"/>
            <a:ext cx="2305500" cy="3852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Figtree Black"/>
              <a:buNone/>
              <a:defRPr sz="1800">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108" name="Google Shape;108;p13"/>
          <p:cNvSpPr txBox="1">
            <a:spLocks noGrp="1"/>
          </p:cNvSpPr>
          <p:nvPr>
            <p:ph type="subTitle" idx="17"/>
          </p:nvPr>
        </p:nvSpPr>
        <p:spPr>
          <a:xfrm>
            <a:off x="788675" y="3503023"/>
            <a:ext cx="2305500" cy="3852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Figtree Black"/>
              <a:buNone/>
              <a:defRPr sz="1800">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109" name="Google Shape;109;p13"/>
          <p:cNvSpPr txBox="1">
            <a:spLocks noGrp="1"/>
          </p:cNvSpPr>
          <p:nvPr>
            <p:ph type="subTitle" idx="18"/>
          </p:nvPr>
        </p:nvSpPr>
        <p:spPr>
          <a:xfrm>
            <a:off x="3418500" y="3503023"/>
            <a:ext cx="2305500" cy="3852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Figtree Black"/>
              <a:buNone/>
              <a:defRPr sz="1800">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110" name="Google Shape;110;p13"/>
          <p:cNvSpPr txBox="1">
            <a:spLocks noGrp="1"/>
          </p:cNvSpPr>
          <p:nvPr>
            <p:ph type="subTitle" idx="19"/>
          </p:nvPr>
        </p:nvSpPr>
        <p:spPr>
          <a:xfrm>
            <a:off x="3418500" y="1848775"/>
            <a:ext cx="2305500" cy="3852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Figtree Black"/>
              <a:buNone/>
              <a:defRPr sz="1800">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111" name="Google Shape;111;p13"/>
          <p:cNvSpPr txBox="1">
            <a:spLocks noGrp="1"/>
          </p:cNvSpPr>
          <p:nvPr>
            <p:ph type="subTitle" idx="20"/>
          </p:nvPr>
        </p:nvSpPr>
        <p:spPr>
          <a:xfrm>
            <a:off x="6048325" y="3503023"/>
            <a:ext cx="2305500" cy="3852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Figtree Black"/>
              <a:buNone/>
              <a:defRPr sz="1800">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112" name="Google Shape;112;p13"/>
          <p:cNvSpPr txBox="1">
            <a:spLocks noGrp="1"/>
          </p:cNvSpPr>
          <p:nvPr>
            <p:ph type="subTitle" idx="21"/>
          </p:nvPr>
        </p:nvSpPr>
        <p:spPr>
          <a:xfrm>
            <a:off x="6048325" y="1848775"/>
            <a:ext cx="2305500" cy="3852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Figtree Black"/>
              <a:buNone/>
              <a:defRPr sz="1800">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113"/>
        <p:cNvGrpSpPr/>
        <p:nvPr/>
      </p:nvGrpSpPr>
      <p:grpSpPr>
        <a:xfrm>
          <a:off x="0" y="0"/>
          <a:ext cx="0" cy="0"/>
          <a:chOff x="0" y="0"/>
          <a:chExt cx="0" cy="0"/>
        </a:xfrm>
      </p:grpSpPr>
      <p:sp>
        <p:nvSpPr>
          <p:cNvPr id="114" name="Google Shape;114;p14"/>
          <p:cNvSpPr/>
          <p:nvPr/>
        </p:nvSpPr>
        <p:spPr>
          <a:xfrm>
            <a:off x="-2125550" y="3018625"/>
            <a:ext cx="4243200" cy="42432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 name="Google Shape;115;p14"/>
          <p:cNvGrpSpPr/>
          <p:nvPr/>
        </p:nvGrpSpPr>
        <p:grpSpPr>
          <a:xfrm>
            <a:off x="727425" y="-29250"/>
            <a:ext cx="8550550" cy="4637825"/>
            <a:chOff x="727425" y="-29250"/>
            <a:chExt cx="8550550" cy="4637825"/>
          </a:xfrm>
        </p:grpSpPr>
        <p:sp>
          <p:nvSpPr>
            <p:cNvPr id="116" name="Google Shape;116;p14"/>
            <p:cNvSpPr/>
            <p:nvPr/>
          </p:nvSpPr>
          <p:spPr>
            <a:xfrm>
              <a:off x="727425" y="533550"/>
              <a:ext cx="7703400" cy="40749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7" name="Google Shape;117;p14"/>
            <p:cNvCxnSpPr/>
            <p:nvPr/>
          </p:nvCxnSpPr>
          <p:spPr>
            <a:xfrm rot="10800000">
              <a:off x="727425" y="-29250"/>
              <a:ext cx="0" cy="562800"/>
            </a:xfrm>
            <a:prstGeom prst="straightConnector1">
              <a:avLst/>
            </a:prstGeom>
            <a:noFill/>
            <a:ln w="19050" cap="flat" cmpd="sng">
              <a:solidFill>
                <a:schemeClr val="dk1"/>
              </a:solidFill>
              <a:prstDash val="solid"/>
              <a:round/>
              <a:headEnd type="none" w="med" len="med"/>
              <a:tailEnd type="none" w="med" len="med"/>
            </a:ln>
          </p:spPr>
        </p:cxnSp>
        <p:cxnSp>
          <p:nvCxnSpPr>
            <p:cNvPr id="118" name="Google Shape;118;p14"/>
            <p:cNvCxnSpPr/>
            <p:nvPr/>
          </p:nvCxnSpPr>
          <p:spPr>
            <a:xfrm>
              <a:off x="8430775" y="4608575"/>
              <a:ext cx="847200" cy="0"/>
            </a:xfrm>
            <a:prstGeom prst="straightConnector1">
              <a:avLst/>
            </a:prstGeom>
            <a:noFill/>
            <a:ln w="19050" cap="flat" cmpd="sng">
              <a:solidFill>
                <a:schemeClr val="dk1"/>
              </a:solidFill>
              <a:prstDash val="solid"/>
              <a:round/>
              <a:headEnd type="none" w="med" len="med"/>
              <a:tailEnd type="none" w="med" len="med"/>
            </a:ln>
          </p:spPr>
        </p:cxnSp>
      </p:grpSp>
      <p:sp>
        <p:nvSpPr>
          <p:cNvPr id="119" name="Google Shape;119;p14"/>
          <p:cNvSpPr txBox="1">
            <a:spLocks noGrp="1"/>
          </p:cNvSpPr>
          <p:nvPr>
            <p:ph type="title"/>
          </p:nvPr>
        </p:nvSpPr>
        <p:spPr>
          <a:xfrm>
            <a:off x="2212125" y="2464650"/>
            <a:ext cx="5913900" cy="531900"/>
          </a:xfrm>
          <a:prstGeom prst="rect">
            <a:avLst/>
          </a:prstGeom>
        </p:spPr>
        <p:txBody>
          <a:bodyPr spcFirstLastPara="1" wrap="square" lIns="91425" tIns="91425" rIns="91425" bIns="91425" anchor="t" anchorCtr="0">
            <a:noAutofit/>
          </a:bodyPr>
          <a:lstStyle>
            <a:lvl1pPr lvl="0" algn="r" rtl="0">
              <a:lnSpc>
                <a:spcPct val="115000"/>
              </a:lnSpc>
              <a:spcBef>
                <a:spcPts val="0"/>
              </a:spcBef>
              <a:spcAft>
                <a:spcPts val="0"/>
              </a:spcAft>
              <a:buSzPts val="3000"/>
              <a:buNone/>
              <a:defRPr sz="28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20" name="Google Shape;120;p14"/>
          <p:cNvSpPr txBox="1">
            <a:spLocks noGrp="1"/>
          </p:cNvSpPr>
          <p:nvPr>
            <p:ph type="subTitle" idx="1"/>
          </p:nvPr>
        </p:nvSpPr>
        <p:spPr>
          <a:xfrm>
            <a:off x="2212125" y="838350"/>
            <a:ext cx="5913900" cy="16263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000"/>
              <a:buNone/>
              <a:defRPr sz="2500">
                <a:latin typeface="Hanken Grotesk"/>
                <a:ea typeface="Hanken Grotesk"/>
                <a:cs typeface="Hanken Grotesk"/>
                <a:sym typeface="Hanken Grotesk"/>
              </a:defRPr>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p:cSld name="CUSTOM_9">
    <p:spTree>
      <p:nvGrpSpPr>
        <p:cNvPr id="1" name="Shape 121"/>
        <p:cNvGrpSpPr/>
        <p:nvPr/>
      </p:nvGrpSpPr>
      <p:grpSpPr>
        <a:xfrm>
          <a:off x="0" y="0"/>
          <a:ext cx="0" cy="0"/>
          <a:chOff x="0" y="0"/>
          <a:chExt cx="0" cy="0"/>
        </a:xfrm>
      </p:grpSpPr>
      <p:sp>
        <p:nvSpPr>
          <p:cNvPr id="122" name="Google Shape;122;p15"/>
          <p:cNvSpPr/>
          <p:nvPr/>
        </p:nvSpPr>
        <p:spPr>
          <a:xfrm>
            <a:off x="3552850" y="42043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3" name="Google Shape;123;p15"/>
          <p:cNvGrpSpPr/>
          <p:nvPr/>
        </p:nvGrpSpPr>
        <p:grpSpPr>
          <a:xfrm>
            <a:off x="-50475" y="232800"/>
            <a:ext cx="8961675" cy="4684500"/>
            <a:chOff x="-50475" y="232800"/>
            <a:chExt cx="8961675" cy="4684500"/>
          </a:xfrm>
        </p:grpSpPr>
        <p:sp>
          <p:nvSpPr>
            <p:cNvPr id="124" name="Google Shape;124;p15"/>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25" name="Google Shape;125;p15"/>
            <p:cNvCxnSpPr/>
            <p:nvPr/>
          </p:nvCxnSpPr>
          <p:spPr>
            <a:xfrm rot="10800000">
              <a:off x="-50475" y="232800"/>
              <a:ext cx="309300" cy="0"/>
            </a:xfrm>
            <a:prstGeom prst="straightConnector1">
              <a:avLst/>
            </a:prstGeom>
            <a:noFill/>
            <a:ln w="19050" cap="flat" cmpd="sng">
              <a:solidFill>
                <a:schemeClr val="dk1"/>
              </a:solidFill>
              <a:prstDash val="solid"/>
              <a:round/>
              <a:headEnd type="none" w="med" len="med"/>
              <a:tailEnd type="none" w="med" len="med"/>
            </a:ln>
          </p:spPr>
        </p:cxnSp>
      </p:grpSp>
      <p:sp>
        <p:nvSpPr>
          <p:cNvPr id="126" name="Google Shape;126;p15"/>
          <p:cNvSpPr txBox="1">
            <a:spLocks noGrp="1"/>
          </p:cNvSpPr>
          <p:nvPr>
            <p:ph type="title"/>
          </p:nvPr>
        </p:nvSpPr>
        <p:spPr>
          <a:xfrm>
            <a:off x="720000" y="1203900"/>
            <a:ext cx="3198300" cy="15021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27" name="Google Shape;127;p15"/>
          <p:cNvSpPr txBox="1">
            <a:spLocks noGrp="1"/>
          </p:cNvSpPr>
          <p:nvPr>
            <p:ph type="subTitle" idx="1"/>
          </p:nvPr>
        </p:nvSpPr>
        <p:spPr>
          <a:xfrm>
            <a:off x="720000" y="2706062"/>
            <a:ext cx="3198300" cy="1461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atin typeface="Hanken Grotesk"/>
                <a:ea typeface="Hanken Grotesk"/>
                <a:cs typeface="Hanken Grotesk"/>
                <a:sym typeface="Hanken Grotesk"/>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8" name="Google Shape;128;p15"/>
          <p:cNvSpPr>
            <a:spLocks noGrp="1"/>
          </p:cNvSpPr>
          <p:nvPr>
            <p:ph type="pic" idx="2"/>
          </p:nvPr>
        </p:nvSpPr>
        <p:spPr>
          <a:xfrm>
            <a:off x="4494050" y="0"/>
            <a:ext cx="4650000" cy="5143500"/>
          </a:xfrm>
          <a:prstGeom prst="rect">
            <a:avLst/>
          </a:prstGeom>
          <a:noFill/>
          <a:ln w="19050" cap="flat" cmpd="sng">
            <a:solidFill>
              <a:schemeClr val="dk1"/>
            </a:solidFill>
            <a:prstDash val="solid"/>
            <a:round/>
            <a:headEnd type="none" w="sm" len="sm"/>
            <a:tailEnd type="none" w="sm" len="sm"/>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1">
  <p:cSld name="CUSTOM_4">
    <p:spTree>
      <p:nvGrpSpPr>
        <p:cNvPr id="1" name="Shape 129"/>
        <p:cNvGrpSpPr/>
        <p:nvPr/>
      </p:nvGrpSpPr>
      <p:grpSpPr>
        <a:xfrm>
          <a:off x="0" y="0"/>
          <a:ext cx="0" cy="0"/>
          <a:chOff x="0" y="0"/>
          <a:chExt cx="0" cy="0"/>
        </a:xfrm>
      </p:grpSpPr>
      <p:sp>
        <p:nvSpPr>
          <p:cNvPr id="130" name="Google Shape;130;p16"/>
          <p:cNvSpPr/>
          <p:nvPr/>
        </p:nvSpPr>
        <p:spPr>
          <a:xfrm>
            <a:off x="-923000" y="-9455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1" name="Google Shape;131;p16"/>
          <p:cNvGrpSpPr/>
          <p:nvPr/>
        </p:nvGrpSpPr>
        <p:grpSpPr>
          <a:xfrm>
            <a:off x="-19050" y="232800"/>
            <a:ext cx="9176275" cy="4684500"/>
            <a:chOff x="-19050" y="232800"/>
            <a:chExt cx="9176275" cy="4684500"/>
          </a:xfrm>
        </p:grpSpPr>
        <p:sp>
          <p:nvSpPr>
            <p:cNvPr id="132" name="Google Shape;132;p16"/>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33" name="Google Shape;133;p16"/>
            <p:cNvCxnSpPr/>
            <p:nvPr/>
          </p:nvCxnSpPr>
          <p:spPr>
            <a:xfrm rot="10800000">
              <a:off x="-19050" y="232800"/>
              <a:ext cx="258900" cy="0"/>
            </a:xfrm>
            <a:prstGeom prst="straightConnector1">
              <a:avLst/>
            </a:prstGeom>
            <a:noFill/>
            <a:ln w="19050" cap="flat" cmpd="sng">
              <a:solidFill>
                <a:schemeClr val="dk1"/>
              </a:solidFill>
              <a:prstDash val="solid"/>
              <a:round/>
              <a:headEnd type="none" w="med" len="med"/>
              <a:tailEnd type="none" w="med" len="med"/>
            </a:ln>
          </p:spPr>
        </p:cxnSp>
        <p:cxnSp>
          <p:nvCxnSpPr>
            <p:cNvPr id="134" name="Google Shape;134;p16"/>
            <p:cNvCxnSpPr/>
            <p:nvPr/>
          </p:nvCxnSpPr>
          <p:spPr>
            <a:xfrm>
              <a:off x="8917525" y="4917300"/>
              <a:ext cx="239700" cy="0"/>
            </a:xfrm>
            <a:prstGeom prst="straightConnector1">
              <a:avLst/>
            </a:prstGeom>
            <a:noFill/>
            <a:ln w="19050" cap="flat" cmpd="sng">
              <a:solidFill>
                <a:schemeClr val="dk1"/>
              </a:solidFill>
              <a:prstDash val="solid"/>
              <a:round/>
              <a:headEnd type="none" w="med" len="med"/>
              <a:tailEnd type="none" w="med" len="med"/>
            </a:ln>
          </p:spPr>
        </p:cxnSp>
      </p:grpSp>
      <p:sp>
        <p:nvSpPr>
          <p:cNvPr id="135" name="Google Shape;135;p16"/>
          <p:cNvSpPr txBox="1">
            <a:spLocks noGrp="1"/>
          </p:cNvSpPr>
          <p:nvPr>
            <p:ph type="title"/>
          </p:nvPr>
        </p:nvSpPr>
        <p:spPr>
          <a:xfrm>
            <a:off x="878875" y="1533125"/>
            <a:ext cx="3024900" cy="642300"/>
          </a:xfrm>
          <a:prstGeom prst="rect">
            <a:avLst/>
          </a:prstGeom>
        </p:spPr>
        <p:txBody>
          <a:bodyPr spcFirstLastPara="1" wrap="square" lIns="91425" tIns="91425" rIns="91425" bIns="91425" anchor="b" anchorCtr="0">
            <a:noAutofit/>
          </a:bodyPr>
          <a:lstStyle>
            <a:lvl1pPr lvl="0" rtl="0">
              <a:spcBef>
                <a:spcPts val="0"/>
              </a:spcBef>
              <a:spcAft>
                <a:spcPts val="0"/>
              </a:spcAft>
              <a:buSzPts val="28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36" name="Google Shape;136;p16"/>
          <p:cNvSpPr txBox="1">
            <a:spLocks noGrp="1"/>
          </p:cNvSpPr>
          <p:nvPr>
            <p:ph type="subTitle" idx="1"/>
          </p:nvPr>
        </p:nvSpPr>
        <p:spPr>
          <a:xfrm>
            <a:off x="878875" y="2175300"/>
            <a:ext cx="3024900" cy="1211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atin typeface="Hanken Grotesk"/>
                <a:ea typeface="Hanken Grotesk"/>
                <a:cs typeface="Hanken Grotesk"/>
                <a:sym typeface="Hanken Grotesk"/>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2">
  <p:cSld name="CUSTOM_10">
    <p:spTree>
      <p:nvGrpSpPr>
        <p:cNvPr id="1" name="Shape 137"/>
        <p:cNvGrpSpPr/>
        <p:nvPr/>
      </p:nvGrpSpPr>
      <p:grpSpPr>
        <a:xfrm>
          <a:off x="0" y="0"/>
          <a:ext cx="0" cy="0"/>
          <a:chOff x="0" y="0"/>
          <a:chExt cx="0" cy="0"/>
        </a:xfrm>
      </p:grpSpPr>
      <p:sp>
        <p:nvSpPr>
          <p:cNvPr id="138" name="Google Shape;138;p17"/>
          <p:cNvSpPr/>
          <p:nvPr/>
        </p:nvSpPr>
        <p:spPr>
          <a:xfrm>
            <a:off x="8240650" y="42043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9" name="Google Shape;139;p17"/>
          <p:cNvGrpSpPr/>
          <p:nvPr/>
        </p:nvGrpSpPr>
        <p:grpSpPr>
          <a:xfrm>
            <a:off x="232200" y="232800"/>
            <a:ext cx="8937900" cy="4932875"/>
            <a:chOff x="232200" y="232800"/>
            <a:chExt cx="8937900" cy="4932875"/>
          </a:xfrm>
        </p:grpSpPr>
        <p:sp>
          <p:nvSpPr>
            <p:cNvPr id="140" name="Google Shape;140;p17"/>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1" name="Google Shape;141;p17"/>
            <p:cNvCxnSpPr/>
            <p:nvPr/>
          </p:nvCxnSpPr>
          <p:spPr>
            <a:xfrm rot="10800000">
              <a:off x="8911200" y="232800"/>
              <a:ext cx="258900" cy="0"/>
            </a:xfrm>
            <a:prstGeom prst="straightConnector1">
              <a:avLst/>
            </a:prstGeom>
            <a:noFill/>
            <a:ln w="19050" cap="flat" cmpd="sng">
              <a:solidFill>
                <a:schemeClr val="dk1"/>
              </a:solidFill>
              <a:prstDash val="solid"/>
              <a:round/>
              <a:headEnd type="none" w="med" len="med"/>
              <a:tailEnd type="none" w="med" len="med"/>
            </a:ln>
          </p:spPr>
        </p:cxnSp>
        <p:cxnSp>
          <p:nvCxnSpPr>
            <p:cNvPr id="142" name="Google Shape;142;p17"/>
            <p:cNvCxnSpPr/>
            <p:nvPr/>
          </p:nvCxnSpPr>
          <p:spPr>
            <a:xfrm>
              <a:off x="233525" y="4913075"/>
              <a:ext cx="0" cy="252600"/>
            </a:xfrm>
            <a:prstGeom prst="straightConnector1">
              <a:avLst/>
            </a:prstGeom>
            <a:noFill/>
            <a:ln w="19050" cap="flat" cmpd="sng">
              <a:solidFill>
                <a:schemeClr val="dk1"/>
              </a:solidFill>
              <a:prstDash val="solid"/>
              <a:round/>
              <a:headEnd type="none" w="med" len="med"/>
              <a:tailEnd type="none" w="med" len="med"/>
            </a:ln>
          </p:spPr>
        </p:cxnSp>
      </p:grpSp>
      <p:sp>
        <p:nvSpPr>
          <p:cNvPr id="143" name="Google Shape;143;p17"/>
          <p:cNvSpPr txBox="1">
            <a:spLocks noGrp="1"/>
          </p:cNvSpPr>
          <p:nvPr>
            <p:ph type="title"/>
          </p:nvPr>
        </p:nvSpPr>
        <p:spPr>
          <a:xfrm>
            <a:off x="722376" y="445025"/>
            <a:ext cx="77085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sz="2800"/>
            </a:lvl1pPr>
            <a:lvl2pPr lvl="1">
              <a:spcBef>
                <a:spcPts val="0"/>
              </a:spcBef>
              <a:spcAft>
                <a:spcPts val="0"/>
              </a:spcAft>
              <a:buSzPts val="3000"/>
              <a:buNone/>
              <a:defRPr>
                <a:latin typeface="Lato"/>
                <a:ea typeface="Lato"/>
                <a:cs typeface="Lato"/>
                <a:sym typeface="Lato"/>
              </a:defRPr>
            </a:lvl2pPr>
            <a:lvl3pPr lvl="2">
              <a:spcBef>
                <a:spcPts val="0"/>
              </a:spcBef>
              <a:spcAft>
                <a:spcPts val="0"/>
              </a:spcAft>
              <a:buSzPts val="3000"/>
              <a:buNone/>
              <a:defRPr>
                <a:latin typeface="Lato"/>
                <a:ea typeface="Lato"/>
                <a:cs typeface="Lato"/>
                <a:sym typeface="Lato"/>
              </a:defRPr>
            </a:lvl3pPr>
            <a:lvl4pPr lvl="3">
              <a:spcBef>
                <a:spcPts val="0"/>
              </a:spcBef>
              <a:spcAft>
                <a:spcPts val="0"/>
              </a:spcAft>
              <a:buSzPts val="3000"/>
              <a:buNone/>
              <a:defRPr>
                <a:latin typeface="Lato"/>
                <a:ea typeface="Lato"/>
                <a:cs typeface="Lato"/>
                <a:sym typeface="Lato"/>
              </a:defRPr>
            </a:lvl4pPr>
            <a:lvl5pPr lvl="4">
              <a:spcBef>
                <a:spcPts val="0"/>
              </a:spcBef>
              <a:spcAft>
                <a:spcPts val="0"/>
              </a:spcAft>
              <a:buSzPts val="3000"/>
              <a:buNone/>
              <a:defRPr>
                <a:latin typeface="Lato"/>
                <a:ea typeface="Lato"/>
                <a:cs typeface="Lato"/>
                <a:sym typeface="Lato"/>
              </a:defRPr>
            </a:lvl5pPr>
            <a:lvl6pPr lvl="5">
              <a:spcBef>
                <a:spcPts val="0"/>
              </a:spcBef>
              <a:spcAft>
                <a:spcPts val="0"/>
              </a:spcAft>
              <a:buSzPts val="3000"/>
              <a:buNone/>
              <a:defRPr>
                <a:latin typeface="Lato"/>
                <a:ea typeface="Lato"/>
                <a:cs typeface="Lato"/>
                <a:sym typeface="Lato"/>
              </a:defRPr>
            </a:lvl6pPr>
            <a:lvl7pPr lvl="6">
              <a:spcBef>
                <a:spcPts val="0"/>
              </a:spcBef>
              <a:spcAft>
                <a:spcPts val="0"/>
              </a:spcAft>
              <a:buSzPts val="3000"/>
              <a:buNone/>
              <a:defRPr>
                <a:latin typeface="Lato"/>
                <a:ea typeface="Lato"/>
                <a:cs typeface="Lato"/>
                <a:sym typeface="Lato"/>
              </a:defRPr>
            </a:lvl7pPr>
            <a:lvl8pPr lvl="7">
              <a:spcBef>
                <a:spcPts val="0"/>
              </a:spcBef>
              <a:spcAft>
                <a:spcPts val="0"/>
              </a:spcAft>
              <a:buSzPts val="3000"/>
              <a:buNone/>
              <a:defRPr>
                <a:latin typeface="Lato"/>
                <a:ea typeface="Lato"/>
                <a:cs typeface="Lato"/>
                <a:sym typeface="Lato"/>
              </a:defRPr>
            </a:lvl8pPr>
            <a:lvl9pPr lvl="8">
              <a:spcBef>
                <a:spcPts val="0"/>
              </a:spcBef>
              <a:spcAft>
                <a:spcPts val="0"/>
              </a:spcAft>
              <a:buSzPts val="3000"/>
              <a:buNone/>
              <a:defRPr>
                <a:latin typeface="Lato"/>
                <a:ea typeface="Lato"/>
                <a:cs typeface="Lato"/>
                <a:sym typeface="Lato"/>
              </a:defRPr>
            </a:lvl9pPr>
          </a:lstStyle>
          <a:p>
            <a:endParaRPr/>
          </a:p>
        </p:txBody>
      </p:sp>
      <p:sp>
        <p:nvSpPr>
          <p:cNvPr id="144" name="Google Shape;144;p17"/>
          <p:cNvSpPr txBox="1">
            <a:spLocks noGrp="1"/>
          </p:cNvSpPr>
          <p:nvPr>
            <p:ph type="subTitle" idx="1"/>
          </p:nvPr>
        </p:nvSpPr>
        <p:spPr>
          <a:xfrm>
            <a:off x="713250" y="1017725"/>
            <a:ext cx="7717500" cy="8898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Char char="●"/>
              <a:defRPr/>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3">
  <p:cSld name="CUSTOM_10_1">
    <p:spTree>
      <p:nvGrpSpPr>
        <p:cNvPr id="1" name="Shape 145"/>
        <p:cNvGrpSpPr/>
        <p:nvPr/>
      </p:nvGrpSpPr>
      <p:grpSpPr>
        <a:xfrm>
          <a:off x="0" y="0"/>
          <a:ext cx="0" cy="0"/>
          <a:chOff x="0" y="0"/>
          <a:chExt cx="0" cy="0"/>
        </a:xfrm>
      </p:grpSpPr>
      <p:sp>
        <p:nvSpPr>
          <p:cNvPr id="146" name="Google Shape;146;p18"/>
          <p:cNvSpPr/>
          <p:nvPr/>
        </p:nvSpPr>
        <p:spPr>
          <a:xfrm>
            <a:off x="7069475" y="3282725"/>
            <a:ext cx="3701700" cy="37017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7" name="Google Shape;147;p18"/>
          <p:cNvGrpSpPr/>
          <p:nvPr/>
        </p:nvGrpSpPr>
        <p:grpSpPr>
          <a:xfrm>
            <a:off x="-19050" y="232800"/>
            <a:ext cx="8930250" cy="5117250"/>
            <a:chOff x="-19050" y="232800"/>
            <a:chExt cx="8930250" cy="5117250"/>
          </a:xfrm>
        </p:grpSpPr>
        <p:sp>
          <p:nvSpPr>
            <p:cNvPr id="148" name="Google Shape;148;p18"/>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9" name="Google Shape;149;p18"/>
            <p:cNvCxnSpPr/>
            <p:nvPr/>
          </p:nvCxnSpPr>
          <p:spPr>
            <a:xfrm rot="10800000">
              <a:off x="-19050" y="232800"/>
              <a:ext cx="258900" cy="0"/>
            </a:xfrm>
            <a:prstGeom prst="straightConnector1">
              <a:avLst/>
            </a:prstGeom>
            <a:noFill/>
            <a:ln w="19050" cap="flat" cmpd="sng">
              <a:solidFill>
                <a:schemeClr val="dk1"/>
              </a:solidFill>
              <a:prstDash val="solid"/>
              <a:round/>
              <a:headEnd type="none" w="med" len="med"/>
              <a:tailEnd type="none" w="med" len="med"/>
            </a:ln>
          </p:spPr>
        </p:cxnSp>
        <p:cxnSp>
          <p:nvCxnSpPr>
            <p:cNvPr id="150" name="Google Shape;150;p18"/>
            <p:cNvCxnSpPr/>
            <p:nvPr/>
          </p:nvCxnSpPr>
          <p:spPr>
            <a:xfrm rot="10800000">
              <a:off x="8911200" y="4917150"/>
              <a:ext cx="0" cy="432900"/>
            </a:xfrm>
            <a:prstGeom prst="straightConnector1">
              <a:avLst/>
            </a:prstGeom>
            <a:noFill/>
            <a:ln w="19050" cap="flat" cmpd="sng">
              <a:solidFill>
                <a:schemeClr val="dk1"/>
              </a:solidFill>
              <a:prstDash val="solid"/>
              <a:round/>
              <a:headEnd type="none" w="med" len="med"/>
              <a:tailEnd type="none" w="med" len="med"/>
            </a:ln>
          </p:spPr>
        </p:cxnSp>
      </p:grpSp>
      <p:sp>
        <p:nvSpPr>
          <p:cNvPr id="151" name="Google Shape;151;p18"/>
          <p:cNvSpPr txBox="1">
            <a:spLocks noGrp="1"/>
          </p:cNvSpPr>
          <p:nvPr>
            <p:ph type="title"/>
          </p:nvPr>
        </p:nvSpPr>
        <p:spPr>
          <a:xfrm>
            <a:off x="722326" y="445025"/>
            <a:ext cx="7708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2800"/>
            </a:lvl1pPr>
            <a:lvl2pPr lvl="1" rtl="0">
              <a:spcBef>
                <a:spcPts val="0"/>
              </a:spcBef>
              <a:spcAft>
                <a:spcPts val="0"/>
              </a:spcAft>
              <a:buSzPts val="3000"/>
              <a:buNone/>
              <a:defRPr>
                <a:latin typeface="Lato"/>
                <a:ea typeface="Lato"/>
                <a:cs typeface="Lato"/>
                <a:sym typeface="Lato"/>
              </a:defRPr>
            </a:lvl2pPr>
            <a:lvl3pPr lvl="2" rtl="0">
              <a:spcBef>
                <a:spcPts val="0"/>
              </a:spcBef>
              <a:spcAft>
                <a:spcPts val="0"/>
              </a:spcAft>
              <a:buSzPts val="3000"/>
              <a:buNone/>
              <a:defRPr>
                <a:latin typeface="Lato"/>
                <a:ea typeface="Lato"/>
                <a:cs typeface="Lato"/>
                <a:sym typeface="Lato"/>
              </a:defRPr>
            </a:lvl3pPr>
            <a:lvl4pPr lvl="3" rtl="0">
              <a:spcBef>
                <a:spcPts val="0"/>
              </a:spcBef>
              <a:spcAft>
                <a:spcPts val="0"/>
              </a:spcAft>
              <a:buSzPts val="3000"/>
              <a:buNone/>
              <a:defRPr>
                <a:latin typeface="Lato"/>
                <a:ea typeface="Lato"/>
                <a:cs typeface="Lato"/>
                <a:sym typeface="Lato"/>
              </a:defRPr>
            </a:lvl4pPr>
            <a:lvl5pPr lvl="4" rtl="0">
              <a:spcBef>
                <a:spcPts val="0"/>
              </a:spcBef>
              <a:spcAft>
                <a:spcPts val="0"/>
              </a:spcAft>
              <a:buSzPts val="3000"/>
              <a:buNone/>
              <a:defRPr>
                <a:latin typeface="Lato"/>
                <a:ea typeface="Lato"/>
                <a:cs typeface="Lato"/>
                <a:sym typeface="Lato"/>
              </a:defRPr>
            </a:lvl5pPr>
            <a:lvl6pPr lvl="5" rtl="0">
              <a:spcBef>
                <a:spcPts val="0"/>
              </a:spcBef>
              <a:spcAft>
                <a:spcPts val="0"/>
              </a:spcAft>
              <a:buSzPts val="3000"/>
              <a:buNone/>
              <a:defRPr>
                <a:latin typeface="Lato"/>
                <a:ea typeface="Lato"/>
                <a:cs typeface="Lato"/>
                <a:sym typeface="Lato"/>
              </a:defRPr>
            </a:lvl6pPr>
            <a:lvl7pPr lvl="6" rtl="0">
              <a:spcBef>
                <a:spcPts val="0"/>
              </a:spcBef>
              <a:spcAft>
                <a:spcPts val="0"/>
              </a:spcAft>
              <a:buSzPts val="3000"/>
              <a:buNone/>
              <a:defRPr>
                <a:latin typeface="Lato"/>
                <a:ea typeface="Lato"/>
                <a:cs typeface="Lato"/>
                <a:sym typeface="Lato"/>
              </a:defRPr>
            </a:lvl7pPr>
            <a:lvl8pPr lvl="7" rtl="0">
              <a:spcBef>
                <a:spcPts val="0"/>
              </a:spcBef>
              <a:spcAft>
                <a:spcPts val="0"/>
              </a:spcAft>
              <a:buSzPts val="3000"/>
              <a:buNone/>
              <a:defRPr>
                <a:latin typeface="Lato"/>
                <a:ea typeface="Lato"/>
                <a:cs typeface="Lato"/>
                <a:sym typeface="Lato"/>
              </a:defRPr>
            </a:lvl8pPr>
            <a:lvl9pPr lvl="8" rtl="0">
              <a:spcBef>
                <a:spcPts val="0"/>
              </a:spcBef>
              <a:spcAft>
                <a:spcPts val="0"/>
              </a:spcAft>
              <a:buSzPts val="3000"/>
              <a:buNone/>
              <a:defRPr>
                <a:latin typeface="Lato"/>
                <a:ea typeface="Lato"/>
                <a:cs typeface="Lato"/>
                <a:sym typeface="Lato"/>
              </a:defRPr>
            </a:lvl9pPr>
          </a:lstStyle>
          <a:p>
            <a:endParaRPr/>
          </a:p>
        </p:txBody>
      </p:sp>
      <p:sp>
        <p:nvSpPr>
          <p:cNvPr id="152" name="Google Shape;152;p18"/>
          <p:cNvSpPr txBox="1">
            <a:spLocks noGrp="1"/>
          </p:cNvSpPr>
          <p:nvPr>
            <p:ph type="subTitle" idx="1"/>
          </p:nvPr>
        </p:nvSpPr>
        <p:spPr>
          <a:xfrm>
            <a:off x="713175" y="1421525"/>
            <a:ext cx="5945400" cy="26007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Char char="●"/>
              <a:defRPr/>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153"/>
        <p:cNvGrpSpPr/>
        <p:nvPr/>
      </p:nvGrpSpPr>
      <p:grpSpPr>
        <a:xfrm>
          <a:off x="0" y="0"/>
          <a:ext cx="0" cy="0"/>
          <a:chOff x="0" y="0"/>
          <a:chExt cx="0" cy="0"/>
        </a:xfrm>
      </p:grpSpPr>
      <p:sp>
        <p:nvSpPr>
          <p:cNvPr id="154" name="Google Shape;154;p19"/>
          <p:cNvSpPr/>
          <p:nvPr/>
        </p:nvSpPr>
        <p:spPr>
          <a:xfrm>
            <a:off x="8240650" y="42043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5" name="Google Shape;155;p19"/>
          <p:cNvGrpSpPr/>
          <p:nvPr/>
        </p:nvGrpSpPr>
        <p:grpSpPr>
          <a:xfrm>
            <a:off x="232200" y="232800"/>
            <a:ext cx="8988300" cy="5000100"/>
            <a:chOff x="232200" y="232800"/>
            <a:chExt cx="8988300" cy="5000100"/>
          </a:xfrm>
        </p:grpSpPr>
        <p:sp>
          <p:nvSpPr>
            <p:cNvPr id="156" name="Google Shape;156;p19"/>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7" name="Google Shape;157;p19"/>
            <p:cNvCxnSpPr/>
            <p:nvPr/>
          </p:nvCxnSpPr>
          <p:spPr>
            <a:xfrm rot="10800000">
              <a:off x="8911200" y="232800"/>
              <a:ext cx="309300" cy="0"/>
            </a:xfrm>
            <a:prstGeom prst="straightConnector1">
              <a:avLst/>
            </a:prstGeom>
            <a:noFill/>
            <a:ln w="19050" cap="flat" cmpd="sng">
              <a:solidFill>
                <a:schemeClr val="dk1"/>
              </a:solidFill>
              <a:prstDash val="solid"/>
              <a:round/>
              <a:headEnd type="none" w="med" len="med"/>
              <a:tailEnd type="none" w="med" len="med"/>
            </a:ln>
          </p:spPr>
        </p:cxnSp>
        <p:cxnSp>
          <p:nvCxnSpPr>
            <p:cNvPr id="158" name="Google Shape;158;p19"/>
            <p:cNvCxnSpPr/>
            <p:nvPr/>
          </p:nvCxnSpPr>
          <p:spPr>
            <a:xfrm>
              <a:off x="233525" y="4917300"/>
              <a:ext cx="0" cy="315600"/>
            </a:xfrm>
            <a:prstGeom prst="straightConnector1">
              <a:avLst/>
            </a:prstGeom>
            <a:noFill/>
            <a:ln w="19050" cap="flat" cmpd="sng">
              <a:solidFill>
                <a:schemeClr val="dk1"/>
              </a:solidFill>
              <a:prstDash val="solid"/>
              <a:round/>
              <a:headEnd type="none" w="med" len="med"/>
              <a:tailEnd type="none" w="med" len="med"/>
            </a:ln>
          </p:spPr>
        </p:cxnSp>
      </p:grpSp>
      <p:sp>
        <p:nvSpPr>
          <p:cNvPr id="159" name="Google Shape;159;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60" name="Google Shape;160;p19"/>
          <p:cNvSpPr txBox="1">
            <a:spLocks noGrp="1"/>
          </p:cNvSpPr>
          <p:nvPr>
            <p:ph type="subTitle" idx="1"/>
          </p:nvPr>
        </p:nvSpPr>
        <p:spPr>
          <a:xfrm>
            <a:off x="977801" y="2514225"/>
            <a:ext cx="2242500" cy="994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61" name="Google Shape;161;p19"/>
          <p:cNvSpPr txBox="1">
            <a:spLocks noGrp="1"/>
          </p:cNvSpPr>
          <p:nvPr>
            <p:ph type="subTitle" idx="2"/>
          </p:nvPr>
        </p:nvSpPr>
        <p:spPr>
          <a:xfrm>
            <a:off x="3450748" y="2514225"/>
            <a:ext cx="2242500" cy="994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62" name="Google Shape;162;p19"/>
          <p:cNvSpPr txBox="1">
            <a:spLocks noGrp="1"/>
          </p:cNvSpPr>
          <p:nvPr>
            <p:ph type="subTitle" idx="3"/>
          </p:nvPr>
        </p:nvSpPr>
        <p:spPr>
          <a:xfrm>
            <a:off x="5923698" y="2514225"/>
            <a:ext cx="2242500" cy="994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63" name="Google Shape;163;p19"/>
          <p:cNvSpPr txBox="1">
            <a:spLocks noGrp="1"/>
          </p:cNvSpPr>
          <p:nvPr>
            <p:ph type="subTitle" idx="4"/>
          </p:nvPr>
        </p:nvSpPr>
        <p:spPr>
          <a:xfrm>
            <a:off x="977803" y="2285625"/>
            <a:ext cx="2242500" cy="3657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600"/>
              <a:buFont typeface="Figtree Black"/>
              <a:buNone/>
              <a:defRPr sz="1900">
                <a:latin typeface="Figtree Black"/>
                <a:ea typeface="Figtree Black"/>
                <a:cs typeface="Figtree Black"/>
                <a:sym typeface="Figtree Black"/>
              </a:defRPr>
            </a:lvl1pPr>
            <a:lvl2pPr lvl="1" algn="ctr"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2pPr>
            <a:lvl3pPr lvl="2" algn="ctr"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3pPr>
            <a:lvl4pPr lvl="3" algn="ctr"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4pPr>
            <a:lvl5pPr lvl="4" algn="ctr"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5pPr>
            <a:lvl6pPr lvl="5" algn="ctr"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6pPr>
            <a:lvl7pPr lvl="6" algn="ctr"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7pPr>
            <a:lvl8pPr lvl="7" algn="ctr"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8pPr>
            <a:lvl9pPr lvl="8" algn="ctr"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9pPr>
          </a:lstStyle>
          <a:p>
            <a:endParaRPr/>
          </a:p>
        </p:txBody>
      </p:sp>
      <p:sp>
        <p:nvSpPr>
          <p:cNvPr id="164" name="Google Shape;164;p19"/>
          <p:cNvSpPr txBox="1">
            <a:spLocks noGrp="1"/>
          </p:cNvSpPr>
          <p:nvPr>
            <p:ph type="subTitle" idx="5"/>
          </p:nvPr>
        </p:nvSpPr>
        <p:spPr>
          <a:xfrm>
            <a:off x="3450747" y="2285625"/>
            <a:ext cx="2242500" cy="3657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600"/>
              <a:buFont typeface="Figtree Black"/>
              <a:buNone/>
              <a:defRPr sz="1900">
                <a:latin typeface="Figtree Black"/>
                <a:ea typeface="Figtree Black"/>
                <a:cs typeface="Figtree Black"/>
                <a:sym typeface="Figtree Black"/>
              </a:defRPr>
            </a:lvl1pPr>
            <a:lvl2pPr lvl="1" algn="ctr"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2pPr>
            <a:lvl3pPr lvl="2" algn="ctr"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3pPr>
            <a:lvl4pPr lvl="3" algn="ctr"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4pPr>
            <a:lvl5pPr lvl="4" algn="ctr"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5pPr>
            <a:lvl6pPr lvl="5" algn="ctr"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6pPr>
            <a:lvl7pPr lvl="6" algn="ctr"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7pPr>
            <a:lvl8pPr lvl="7" algn="ctr"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8pPr>
            <a:lvl9pPr lvl="8" algn="ctr"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9pPr>
          </a:lstStyle>
          <a:p>
            <a:endParaRPr/>
          </a:p>
        </p:txBody>
      </p:sp>
      <p:sp>
        <p:nvSpPr>
          <p:cNvPr id="165" name="Google Shape;165;p19"/>
          <p:cNvSpPr txBox="1">
            <a:spLocks noGrp="1"/>
          </p:cNvSpPr>
          <p:nvPr>
            <p:ph type="subTitle" idx="6"/>
          </p:nvPr>
        </p:nvSpPr>
        <p:spPr>
          <a:xfrm>
            <a:off x="5923697" y="2285625"/>
            <a:ext cx="2242500" cy="3657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600"/>
              <a:buFont typeface="Figtree Black"/>
              <a:buNone/>
              <a:defRPr sz="1900">
                <a:latin typeface="Figtree Black"/>
                <a:ea typeface="Figtree Black"/>
                <a:cs typeface="Figtree Black"/>
                <a:sym typeface="Figtree Black"/>
              </a:defRPr>
            </a:lvl1pPr>
            <a:lvl2pPr lvl="1" algn="ctr"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2pPr>
            <a:lvl3pPr lvl="2" algn="ctr"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3pPr>
            <a:lvl4pPr lvl="3" algn="ctr"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4pPr>
            <a:lvl5pPr lvl="4" algn="ctr"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5pPr>
            <a:lvl6pPr lvl="5" algn="ctr"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6pPr>
            <a:lvl7pPr lvl="6" algn="ctr"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7pPr>
            <a:lvl8pPr lvl="7" algn="ctr"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8pPr>
            <a:lvl9pPr lvl="8" algn="ctr"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hree columns 1">
  <p:cSld name="CUSTOM_6_1">
    <p:spTree>
      <p:nvGrpSpPr>
        <p:cNvPr id="1" name="Shape 166"/>
        <p:cNvGrpSpPr/>
        <p:nvPr/>
      </p:nvGrpSpPr>
      <p:grpSpPr>
        <a:xfrm>
          <a:off x="0" y="0"/>
          <a:ext cx="0" cy="0"/>
          <a:chOff x="0" y="0"/>
          <a:chExt cx="0" cy="0"/>
        </a:xfrm>
      </p:grpSpPr>
      <p:sp>
        <p:nvSpPr>
          <p:cNvPr id="167" name="Google Shape;167;p20"/>
          <p:cNvSpPr/>
          <p:nvPr/>
        </p:nvSpPr>
        <p:spPr>
          <a:xfrm>
            <a:off x="8141975" y="-88657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8" name="Google Shape;168;p20"/>
          <p:cNvGrpSpPr/>
          <p:nvPr/>
        </p:nvGrpSpPr>
        <p:grpSpPr>
          <a:xfrm>
            <a:off x="-725" y="1466925"/>
            <a:ext cx="939900" cy="2326875"/>
            <a:chOff x="-725" y="1466925"/>
            <a:chExt cx="939900" cy="2326875"/>
          </a:xfrm>
        </p:grpSpPr>
        <p:cxnSp>
          <p:nvCxnSpPr>
            <p:cNvPr id="169" name="Google Shape;169;p20"/>
            <p:cNvCxnSpPr/>
            <p:nvPr/>
          </p:nvCxnSpPr>
          <p:spPr>
            <a:xfrm>
              <a:off x="-725" y="1466925"/>
              <a:ext cx="939900" cy="0"/>
            </a:xfrm>
            <a:prstGeom prst="straightConnector1">
              <a:avLst/>
            </a:prstGeom>
            <a:noFill/>
            <a:ln w="19050" cap="flat" cmpd="sng">
              <a:solidFill>
                <a:schemeClr val="dk1"/>
              </a:solidFill>
              <a:prstDash val="solid"/>
              <a:round/>
              <a:headEnd type="none" w="med" len="med"/>
              <a:tailEnd type="none" w="med" len="med"/>
            </a:ln>
          </p:spPr>
        </p:cxnSp>
        <p:cxnSp>
          <p:nvCxnSpPr>
            <p:cNvPr id="170" name="Google Shape;170;p20"/>
            <p:cNvCxnSpPr/>
            <p:nvPr/>
          </p:nvCxnSpPr>
          <p:spPr>
            <a:xfrm>
              <a:off x="-725" y="2668450"/>
              <a:ext cx="939900" cy="0"/>
            </a:xfrm>
            <a:prstGeom prst="straightConnector1">
              <a:avLst/>
            </a:prstGeom>
            <a:noFill/>
            <a:ln w="19050" cap="flat" cmpd="sng">
              <a:solidFill>
                <a:schemeClr val="dk1"/>
              </a:solidFill>
              <a:prstDash val="solid"/>
              <a:round/>
              <a:headEnd type="none" w="med" len="med"/>
              <a:tailEnd type="none" w="med" len="med"/>
            </a:ln>
          </p:spPr>
        </p:cxnSp>
        <p:cxnSp>
          <p:nvCxnSpPr>
            <p:cNvPr id="171" name="Google Shape;171;p20"/>
            <p:cNvCxnSpPr/>
            <p:nvPr/>
          </p:nvCxnSpPr>
          <p:spPr>
            <a:xfrm>
              <a:off x="-725" y="3793800"/>
              <a:ext cx="939900" cy="0"/>
            </a:xfrm>
            <a:prstGeom prst="straightConnector1">
              <a:avLst/>
            </a:prstGeom>
            <a:noFill/>
            <a:ln w="19050" cap="flat" cmpd="sng">
              <a:solidFill>
                <a:schemeClr val="dk1"/>
              </a:solidFill>
              <a:prstDash val="solid"/>
              <a:round/>
              <a:headEnd type="none" w="med" len="med"/>
              <a:tailEnd type="none" w="med" len="med"/>
            </a:ln>
          </p:spPr>
        </p:cxnSp>
      </p:grpSp>
      <p:grpSp>
        <p:nvGrpSpPr>
          <p:cNvPr id="172" name="Google Shape;172;p20"/>
          <p:cNvGrpSpPr/>
          <p:nvPr/>
        </p:nvGrpSpPr>
        <p:grpSpPr>
          <a:xfrm>
            <a:off x="232200" y="232800"/>
            <a:ext cx="8988300" cy="5000100"/>
            <a:chOff x="232200" y="232800"/>
            <a:chExt cx="8988300" cy="5000100"/>
          </a:xfrm>
        </p:grpSpPr>
        <p:sp>
          <p:nvSpPr>
            <p:cNvPr id="173" name="Google Shape;173;p20"/>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74" name="Google Shape;174;p20"/>
            <p:cNvCxnSpPr/>
            <p:nvPr/>
          </p:nvCxnSpPr>
          <p:spPr>
            <a:xfrm rot="10800000">
              <a:off x="8911200" y="232800"/>
              <a:ext cx="309300" cy="0"/>
            </a:xfrm>
            <a:prstGeom prst="straightConnector1">
              <a:avLst/>
            </a:prstGeom>
            <a:noFill/>
            <a:ln w="19050" cap="flat" cmpd="sng">
              <a:solidFill>
                <a:schemeClr val="dk1"/>
              </a:solidFill>
              <a:prstDash val="solid"/>
              <a:round/>
              <a:headEnd type="none" w="med" len="med"/>
              <a:tailEnd type="none" w="med" len="med"/>
            </a:ln>
          </p:spPr>
        </p:cxnSp>
        <p:cxnSp>
          <p:nvCxnSpPr>
            <p:cNvPr id="175" name="Google Shape;175;p20"/>
            <p:cNvCxnSpPr/>
            <p:nvPr/>
          </p:nvCxnSpPr>
          <p:spPr>
            <a:xfrm>
              <a:off x="233525" y="4917300"/>
              <a:ext cx="0" cy="315600"/>
            </a:xfrm>
            <a:prstGeom prst="straightConnector1">
              <a:avLst/>
            </a:prstGeom>
            <a:noFill/>
            <a:ln w="19050" cap="flat" cmpd="sng">
              <a:solidFill>
                <a:schemeClr val="dk1"/>
              </a:solidFill>
              <a:prstDash val="solid"/>
              <a:round/>
              <a:headEnd type="none" w="med" len="med"/>
              <a:tailEnd type="none" w="med" len="med"/>
            </a:ln>
          </p:spPr>
        </p:cxnSp>
      </p:grpSp>
      <p:sp>
        <p:nvSpPr>
          <p:cNvPr id="176" name="Google Shape;176;p20"/>
          <p:cNvSpPr txBox="1">
            <a:spLocks noGrp="1"/>
          </p:cNvSpPr>
          <p:nvPr>
            <p:ph type="title"/>
          </p:nvPr>
        </p:nvSpPr>
        <p:spPr>
          <a:xfrm>
            <a:off x="713225" y="445025"/>
            <a:ext cx="7710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77" name="Google Shape;177;p20"/>
          <p:cNvSpPr txBox="1">
            <a:spLocks noGrp="1"/>
          </p:cNvSpPr>
          <p:nvPr>
            <p:ph type="subTitle" idx="1"/>
          </p:nvPr>
        </p:nvSpPr>
        <p:spPr>
          <a:xfrm>
            <a:off x="1731050" y="1640570"/>
            <a:ext cx="6613200" cy="5304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178" name="Google Shape;178;p20"/>
          <p:cNvSpPr txBox="1">
            <a:spLocks noGrp="1"/>
          </p:cNvSpPr>
          <p:nvPr>
            <p:ph type="subTitle" idx="2"/>
          </p:nvPr>
        </p:nvSpPr>
        <p:spPr>
          <a:xfrm>
            <a:off x="1731050" y="2800360"/>
            <a:ext cx="6613200" cy="527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179" name="Google Shape;179;p20"/>
          <p:cNvSpPr txBox="1">
            <a:spLocks noGrp="1"/>
          </p:cNvSpPr>
          <p:nvPr>
            <p:ph type="subTitle" idx="3"/>
          </p:nvPr>
        </p:nvSpPr>
        <p:spPr>
          <a:xfrm>
            <a:off x="1731050" y="3957450"/>
            <a:ext cx="6613200" cy="527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180" name="Google Shape;180;p20"/>
          <p:cNvSpPr txBox="1">
            <a:spLocks noGrp="1"/>
          </p:cNvSpPr>
          <p:nvPr>
            <p:ph type="subTitle" idx="4"/>
          </p:nvPr>
        </p:nvSpPr>
        <p:spPr>
          <a:xfrm>
            <a:off x="1731050" y="1241275"/>
            <a:ext cx="6613200" cy="5304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Figtree Black"/>
              <a:buNone/>
              <a:defRPr sz="1900">
                <a:latin typeface="Figtree Black"/>
                <a:ea typeface="Figtree Black"/>
                <a:cs typeface="Figtree Black"/>
                <a:sym typeface="Figtree Black"/>
              </a:defRPr>
            </a:lvl1pPr>
            <a:lvl2pPr lvl="1"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181" name="Google Shape;181;p20"/>
          <p:cNvSpPr txBox="1">
            <a:spLocks noGrp="1"/>
          </p:cNvSpPr>
          <p:nvPr>
            <p:ph type="subTitle" idx="5"/>
          </p:nvPr>
        </p:nvSpPr>
        <p:spPr>
          <a:xfrm>
            <a:off x="1731050" y="2395400"/>
            <a:ext cx="6613200" cy="5277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Figtree Black"/>
              <a:buNone/>
              <a:defRPr sz="1900">
                <a:latin typeface="Figtree Black"/>
                <a:ea typeface="Figtree Black"/>
                <a:cs typeface="Figtree Black"/>
                <a:sym typeface="Figtree Black"/>
              </a:defRPr>
            </a:lvl1pPr>
            <a:lvl2pPr lvl="1"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182" name="Google Shape;182;p20"/>
          <p:cNvSpPr txBox="1">
            <a:spLocks noGrp="1"/>
          </p:cNvSpPr>
          <p:nvPr>
            <p:ph type="subTitle" idx="6"/>
          </p:nvPr>
        </p:nvSpPr>
        <p:spPr>
          <a:xfrm>
            <a:off x="1731050" y="3546826"/>
            <a:ext cx="6613200" cy="5277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Figtree Black"/>
              <a:buNone/>
              <a:defRPr sz="1900">
                <a:latin typeface="Figtree Black"/>
                <a:ea typeface="Figtree Black"/>
                <a:cs typeface="Figtree Black"/>
                <a:sym typeface="Figtree Black"/>
              </a:defRPr>
            </a:lvl1pPr>
            <a:lvl2pPr lvl="1"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hree columns 2">
  <p:cSld name="CUSTOM_6_1_1">
    <p:spTree>
      <p:nvGrpSpPr>
        <p:cNvPr id="1" name="Shape 183"/>
        <p:cNvGrpSpPr/>
        <p:nvPr/>
      </p:nvGrpSpPr>
      <p:grpSpPr>
        <a:xfrm>
          <a:off x="0" y="0"/>
          <a:ext cx="0" cy="0"/>
          <a:chOff x="0" y="0"/>
          <a:chExt cx="0" cy="0"/>
        </a:xfrm>
      </p:grpSpPr>
      <p:sp>
        <p:nvSpPr>
          <p:cNvPr id="184" name="Google Shape;184;p21"/>
          <p:cNvSpPr/>
          <p:nvPr/>
        </p:nvSpPr>
        <p:spPr>
          <a:xfrm>
            <a:off x="8240650" y="-9265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5" name="Google Shape;185;p21"/>
          <p:cNvGrpSpPr/>
          <p:nvPr/>
        </p:nvGrpSpPr>
        <p:grpSpPr>
          <a:xfrm>
            <a:off x="232200" y="-60100"/>
            <a:ext cx="9070200" cy="4977400"/>
            <a:chOff x="232200" y="-60100"/>
            <a:chExt cx="9070200" cy="4977400"/>
          </a:xfrm>
        </p:grpSpPr>
        <p:sp>
          <p:nvSpPr>
            <p:cNvPr id="186" name="Google Shape;186;p21"/>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87" name="Google Shape;187;p21"/>
            <p:cNvCxnSpPr/>
            <p:nvPr/>
          </p:nvCxnSpPr>
          <p:spPr>
            <a:xfrm rot="10800000">
              <a:off x="232200" y="-60100"/>
              <a:ext cx="0" cy="296700"/>
            </a:xfrm>
            <a:prstGeom prst="straightConnector1">
              <a:avLst/>
            </a:prstGeom>
            <a:noFill/>
            <a:ln w="19050" cap="flat" cmpd="sng">
              <a:solidFill>
                <a:schemeClr val="dk1"/>
              </a:solidFill>
              <a:prstDash val="solid"/>
              <a:round/>
              <a:headEnd type="none" w="med" len="med"/>
              <a:tailEnd type="none" w="med" len="med"/>
            </a:ln>
          </p:spPr>
        </p:cxnSp>
        <p:cxnSp>
          <p:nvCxnSpPr>
            <p:cNvPr id="188" name="Google Shape;188;p21"/>
            <p:cNvCxnSpPr/>
            <p:nvPr/>
          </p:nvCxnSpPr>
          <p:spPr>
            <a:xfrm>
              <a:off x="8904900" y="4917300"/>
              <a:ext cx="397500" cy="0"/>
            </a:xfrm>
            <a:prstGeom prst="straightConnector1">
              <a:avLst/>
            </a:prstGeom>
            <a:noFill/>
            <a:ln w="19050" cap="flat" cmpd="sng">
              <a:solidFill>
                <a:schemeClr val="dk1"/>
              </a:solidFill>
              <a:prstDash val="solid"/>
              <a:round/>
              <a:headEnd type="none" w="med" len="med"/>
              <a:tailEnd type="none" w="med" len="med"/>
            </a:ln>
          </p:spPr>
        </p:cxnSp>
      </p:grpSp>
      <p:sp>
        <p:nvSpPr>
          <p:cNvPr id="189" name="Google Shape;189;p2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90" name="Google Shape;190;p21"/>
          <p:cNvSpPr txBox="1">
            <a:spLocks noGrp="1"/>
          </p:cNvSpPr>
          <p:nvPr>
            <p:ph type="subTitle" idx="1"/>
          </p:nvPr>
        </p:nvSpPr>
        <p:spPr>
          <a:xfrm>
            <a:off x="2032350" y="1565625"/>
            <a:ext cx="4876800" cy="527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191" name="Google Shape;191;p21"/>
          <p:cNvSpPr txBox="1">
            <a:spLocks noGrp="1"/>
          </p:cNvSpPr>
          <p:nvPr>
            <p:ph type="subTitle" idx="2"/>
          </p:nvPr>
        </p:nvSpPr>
        <p:spPr>
          <a:xfrm>
            <a:off x="2641957" y="2723563"/>
            <a:ext cx="4876800" cy="527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192" name="Google Shape;192;p21"/>
          <p:cNvSpPr txBox="1">
            <a:spLocks noGrp="1"/>
          </p:cNvSpPr>
          <p:nvPr>
            <p:ph type="subTitle" idx="3"/>
          </p:nvPr>
        </p:nvSpPr>
        <p:spPr>
          <a:xfrm>
            <a:off x="3251557" y="3881500"/>
            <a:ext cx="4876800" cy="527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193" name="Google Shape;193;p21"/>
          <p:cNvSpPr txBox="1">
            <a:spLocks noGrp="1"/>
          </p:cNvSpPr>
          <p:nvPr>
            <p:ph type="subTitle" idx="4"/>
          </p:nvPr>
        </p:nvSpPr>
        <p:spPr>
          <a:xfrm>
            <a:off x="2032350" y="1253625"/>
            <a:ext cx="4876800" cy="4275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600"/>
              <a:buFont typeface="Figtree Black"/>
              <a:buNone/>
              <a:defRPr sz="1900">
                <a:latin typeface="Figtree Black"/>
                <a:ea typeface="Figtree Black"/>
                <a:cs typeface="Figtree Black"/>
                <a:sym typeface="Figtree Black"/>
              </a:defRPr>
            </a:lvl1pPr>
            <a:lvl2pPr lvl="1"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2pPr>
            <a:lvl3pPr lvl="2"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3pPr>
            <a:lvl4pPr lvl="3"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4pPr>
            <a:lvl5pPr lvl="4"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5pPr>
            <a:lvl6pPr lvl="5"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6pPr>
            <a:lvl7pPr lvl="6"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7pPr>
            <a:lvl8pPr lvl="7"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8pPr>
            <a:lvl9pPr lvl="8"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9pPr>
          </a:lstStyle>
          <a:p>
            <a:endParaRPr/>
          </a:p>
        </p:txBody>
      </p:sp>
      <p:sp>
        <p:nvSpPr>
          <p:cNvPr id="194" name="Google Shape;194;p21"/>
          <p:cNvSpPr txBox="1">
            <a:spLocks noGrp="1"/>
          </p:cNvSpPr>
          <p:nvPr>
            <p:ph type="subTitle" idx="5"/>
          </p:nvPr>
        </p:nvSpPr>
        <p:spPr>
          <a:xfrm>
            <a:off x="2641950" y="2412275"/>
            <a:ext cx="4876800" cy="427500"/>
          </a:xfrm>
          <a:prstGeom prst="rect">
            <a:avLst/>
          </a:prstGeom>
        </p:spPr>
        <p:txBody>
          <a:bodyPr spcFirstLastPara="1" wrap="square" lIns="91425" tIns="91425" rIns="91425" bIns="91425" anchor="b" anchorCtr="0">
            <a:noAutofit/>
          </a:bodyPr>
          <a:lstStyle>
            <a:lvl1pPr lvl="0" rtl="0">
              <a:spcBef>
                <a:spcPts val="0"/>
              </a:spcBef>
              <a:spcAft>
                <a:spcPts val="0"/>
              </a:spcAft>
              <a:buSzPts val="2600"/>
              <a:buFont typeface="Figtree Black"/>
              <a:buNone/>
              <a:defRPr sz="1900">
                <a:latin typeface="Figtree Black"/>
                <a:ea typeface="Figtree Black"/>
                <a:cs typeface="Figtree Black"/>
                <a:sym typeface="Figtree Black"/>
              </a:defRPr>
            </a:lvl1pPr>
            <a:lvl2pPr lvl="1"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2pPr>
            <a:lvl3pPr lvl="2"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3pPr>
            <a:lvl4pPr lvl="3"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4pPr>
            <a:lvl5pPr lvl="4"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5pPr>
            <a:lvl6pPr lvl="5"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6pPr>
            <a:lvl7pPr lvl="6"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7pPr>
            <a:lvl8pPr lvl="7"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8pPr>
            <a:lvl9pPr lvl="8"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9pPr>
          </a:lstStyle>
          <a:p>
            <a:endParaRPr/>
          </a:p>
        </p:txBody>
      </p:sp>
      <p:sp>
        <p:nvSpPr>
          <p:cNvPr id="195" name="Google Shape;195;p21"/>
          <p:cNvSpPr txBox="1">
            <a:spLocks noGrp="1"/>
          </p:cNvSpPr>
          <p:nvPr>
            <p:ph type="subTitle" idx="6"/>
          </p:nvPr>
        </p:nvSpPr>
        <p:spPr>
          <a:xfrm>
            <a:off x="3251550" y="3570925"/>
            <a:ext cx="4876800" cy="427500"/>
          </a:xfrm>
          <a:prstGeom prst="rect">
            <a:avLst/>
          </a:prstGeom>
        </p:spPr>
        <p:txBody>
          <a:bodyPr spcFirstLastPara="1" wrap="square" lIns="91425" tIns="91425" rIns="91425" bIns="91425" anchor="b" anchorCtr="0">
            <a:noAutofit/>
          </a:bodyPr>
          <a:lstStyle>
            <a:lvl1pPr lvl="0" rtl="0">
              <a:spcBef>
                <a:spcPts val="0"/>
              </a:spcBef>
              <a:spcAft>
                <a:spcPts val="0"/>
              </a:spcAft>
              <a:buSzPts val="2600"/>
              <a:buFont typeface="Figtree Black"/>
              <a:buNone/>
              <a:defRPr sz="1900">
                <a:latin typeface="Figtree Black"/>
                <a:ea typeface="Figtree Black"/>
                <a:cs typeface="Figtree Black"/>
                <a:sym typeface="Figtree Black"/>
              </a:defRPr>
            </a:lvl1pPr>
            <a:lvl2pPr lvl="1"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2pPr>
            <a:lvl3pPr lvl="2"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3pPr>
            <a:lvl4pPr lvl="3"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4pPr>
            <a:lvl5pPr lvl="4"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5pPr>
            <a:lvl6pPr lvl="5"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6pPr>
            <a:lvl7pPr lvl="6"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7pPr>
            <a:lvl8pPr lvl="7"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8pPr>
            <a:lvl9pPr lvl="8" rtl="0">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196"/>
        <p:cNvGrpSpPr/>
        <p:nvPr/>
      </p:nvGrpSpPr>
      <p:grpSpPr>
        <a:xfrm>
          <a:off x="0" y="0"/>
          <a:ext cx="0" cy="0"/>
          <a:chOff x="0" y="0"/>
          <a:chExt cx="0" cy="0"/>
        </a:xfrm>
      </p:grpSpPr>
      <p:sp>
        <p:nvSpPr>
          <p:cNvPr id="197" name="Google Shape;197;p22"/>
          <p:cNvSpPr/>
          <p:nvPr/>
        </p:nvSpPr>
        <p:spPr>
          <a:xfrm>
            <a:off x="8141975" y="-88657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8" name="Google Shape;198;p22"/>
          <p:cNvGrpSpPr/>
          <p:nvPr/>
        </p:nvGrpSpPr>
        <p:grpSpPr>
          <a:xfrm>
            <a:off x="-19050" y="232800"/>
            <a:ext cx="9189150" cy="4684500"/>
            <a:chOff x="-19050" y="232800"/>
            <a:chExt cx="9189150" cy="4684500"/>
          </a:xfrm>
        </p:grpSpPr>
        <p:sp>
          <p:nvSpPr>
            <p:cNvPr id="199" name="Google Shape;199;p22"/>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00" name="Google Shape;200;p22"/>
            <p:cNvCxnSpPr/>
            <p:nvPr/>
          </p:nvCxnSpPr>
          <p:spPr>
            <a:xfrm rot="10800000">
              <a:off x="-19050" y="232800"/>
              <a:ext cx="258900" cy="0"/>
            </a:xfrm>
            <a:prstGeom prst="straightConnector1">
              <a:avLst/>
            </a:prstGeom>
            <a:noFill/>
            <a:ln w="19050" cap="flat" cmpd="sng">
              <a:solidFill>
                <a:schemeClr val="dk1"/>
              </a:solidFill>
              <a:prstDash val="solid"/>
              <a:round/>
              <a:headEnd type="none" w="med" len="med"/>
              <a:tailEnd type="none" w="med" len="med"/>
            </a:ln>
          </p:spPr>
        </p:cxnSp>
        <p:cxnSp>
          <p:nvCxnSpPr>
            <p:cNvPr id="201" name="Google Shape;201;p22"/>
            <p:cNvCxnSpPr/>
            <p:nvPr/>
          </p:nvCxnSpPr>
          <p:spPr>
            <a:xfrm rot="10800000">
              <a:off x="8911200" y="4917300"/>
              <a:ext cx="258900" cy="0"/>
            </a:xfrm>
            <a:prstGeom prst="straightConnector1">
              <a:avLst/>
            </a:prstGeom>
            <a:noFill/>
            <a:ln w="19050" cap="flat" cmpd="sng">
              <a:solidFill>
                <a:schemeClr val="dk1"/>
              </a:solidFill>
              <a:prstDash val="solid"/>
              <a:round/>
              <a:headEnd type="none" w="med" len="med"/>
              <a:tailEnd type="none" w="med" len="med"/>
            </a:ln>
          </p:spPr>
        </p:cxnSp>
      </p:grpSp>
      <p:sp>
        <p:nvSpPr>
          <p:cNvPr id="202" name="Google Shape;202;p2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03" name="Google Shape;203;p22"/>
          <p:cNvSpPr txBox="1">
            <a:spLocks noGrp="1"/>
          </p:cNvSpPr>
          <p:nvPr>
            <p:ph type="subTitle" idx="1"/>
          </p:nvPr>
        </p:nvSpPr>
        <p:spPr>
          <a:xfrm>
            <a:off x="1762571" y="1752725"/>
            <a:ext cx="2687400" cy="9111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04" name="Google Shape;204;p22"/>
          <p:cNvSpPr txBox="1">
            <a:spLocks noGrp="1"/>
          </p:cNvSpPr>
          <p:nvPr>
            <p:ph type="subTitle" idx="2"/>
          </p:nvPr>
        </p:nvSpPr>
        <p:spPr>
          <a:xfrm>
            <a:off x="5132667" y="1752725"/>
            <a:ext cx="2687400" cy="9111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05" name="Google Shape;205;p22"/>
          <p:cNvSpPr txBox="1">
            <a:spLocks noGrp="1"/>
          </p:cNvSpPr>
          <p:nvPr>
            <p:ph type="subTitle" idx="3"/>
          </p:nvPr>
        </p:nvSpPr>
        <p:spPr>
          <a:xfrm>
            <a:off x="1762571" y="3336725"/>
            <a:ext cx="2687400" cy="9111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06" name="Google Shape;206;p22"/>
          <p:cNvSpPr txBox="1">
            <a:spLocks noGrp="1"/>
          </p:cNvSpPr>
          <p:nvPr>
            <p:ph type="subTitle" idx="4"/>
          </p:nvPr>
        </p:nvSpPr>
        <p:spPr>
          <a:xfrm>
            <a:off x="5132667" y="3336725"/>
            <a:ext cx="2687400" cy="9111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07" name="Google Shape;207;p22"/>
          <p:cNvSpPr txBox="1">
            <a:spLocks noGrp="1"/>
          </p:cNvSpPr>
          <p:nvPr>
            <p:ph type="subTitle" idx="5"/>
          </p:nvPr>
        </p:nvSpPr>
        <p:spPr>
          <a:xfrm>
            <a:off x="1762571" y="1524200"/>
            <a:ext cx="2687400" cy="3549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Figtree Black"/>
              <a:buNone/>
              <a:defRPr sz="1900">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208" name="Google Shape;208;p22"/>
          <p:cNvSpPr txBox="1">
            <a:spLocks noGrp="1"/>
          </p:cNvSpPr>
          <p:nvPr>
            <p:ph type="subTitle" idx="6"/>
          </p:nvPr>
        </p:nvSpPr>
        <p:spPr>
          <a:xfrm>
            <a:off x="5132667" y="1524200"/>
            <a:ext cx="2687400" cy="3549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Figtree Black"/>
              <a:buNone/>
              <a:defRPr sz="1900">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209" name="Google Shape;209;p22"/>
          <p:cNvSpPr txBox="1">
            <a:spLocks noGrp="1"/>
          </p:cNvSpPr>
          <p:nvPr>
            <p:ph type="subTitle" idx="7"/>
          </p:nvPr>
        </p:nvSpPr>
        <p:spPr>
          <a:xfrm>
            <a:off x="1762571" y="3091838"/>
            <a:ext cx="2687400" cy="3549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Figtree Black"/>
              <a:buNone/>
              <a:defRPr sz="1900">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210" name="Google Shape;210;p22"/>
          <p:cNvSpPr txBox="1">
            <a:spLocks noGrp="1"/>
          </p:cNvSpPr>
          <p:nvPr>
            <p:ph type="subTitle" idx="8"/>
          </p:nvPr>
        </p:nvSpPr>
        <p:spPr>
          <a:xfrm>
            <a:off x="5132667" y="3091838"/>
            <a:ext cx="2687400" cy="3549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Figtree Black"/>
              <a:buNone/>
              <a:defRPr sz="1900">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six columns">
  <p:cSld name="CUSTOM_7_1">
    <p:spTree>
      <p:nvGrpSpPr>
        <p:cNvPr id="1" name="Shape 211"/>
        <p:cNvGrpSpPr/>
        <p:nvPr/>
      </p:nvGrpSpPr>
      <p:grpSpPr>
        <a:xfrm>
          <a:off x="0" y="0"/>
          <a:ext cx="0" cy="0"/>
          <a:chOff x="0" y="0"/>
          <a:chExt cx="0" cy="0"/>
        </a:xfrm>
      </p:grpSpPr>
      <p:sp>
        <p:nvSpPr>
          <p:cNvPr id="212" name="Google Shape;212;p23"/>
          <p:cNvSpPr/>
          <p:nvPr/>
        </p:nvSpPr>
        <p:spPr>
          <a:xfrm>
            <a:off x="8141975" y="-88657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3" name="Google Shape;213;p23"/>
          <p:cNvGrpSpPr/>
          <p:nvPr/>
        </p:nvGrpSpPr>
        <p:grpSpPr>
          <a:xfrm>
            <a:off x="232200" y="232800"/>
            <a:ext cx="8988300" cy="5000100"/>
            <a:chOff x="232200" y="232800"/>
            <a:chExt cx="8988300" cy="5000100"/>
          </a:xfrm>
        </p:grpSpPr>
        <p:sp>
          <p:nvSpPr>
            <p:cNvPr id="214" name="Google Shape;214;p23"/>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15" name="Google Shape;215;p23"/>
            <p:cNvCxnSpPr/>
            <p:nvPr/>
          </p:nvCxnSpPr>
          <p:spPr>
            <a:xfrm rot="10800000">
              <a:off x="8911200" y="232800"/>
              <a:ext cx="309300" cy="0"/>
            </a:xfrm>
            <a:prstGeom prst="straightConnector1">
              <a:avLst/>
            </a:prstGeom>
            <a:noFill/>
            <a:ln w="19050" cap="flat" cmpd="sng">
              <a:solidFill>
                <a:schemeClr val="dk1"/>
              </a:solidFill>
              <a:prstDash val="solid"/>
              <a:round/>
              <a:headEnd type="none" w="med" len="med"/>
              <a:tailEnd type="none" w="med" len="med"/>
            </a:ln>
          </p:spPr>
        </p:cxnSp>
        <p:cxnSp>
          <p:nvCxnSpPr>
            <p:cNvPr id="216" name="Google Shape;216;p23"/>
            <p:cNvCxnSpPr/>
            <p:nvPr/>
          </p:nvCxnSpPr>
          <p:spPr>
            <a:xfrm>
              <a:off x="233525" y="4917300"/>
              <a:ext cx="0" cy="315600"/>
            </a:xfrm>
            <a:prstGeom prst="straightConnector1">
              <a:avLst/>
            </a:prstGeom>
            <a:noFill/>
            <a:ln w="19050" cap="flat" cmpd="sng">
              <a:solidFill>
                <a:schemeClr val="dk1"/>
              </a:solidFill>
              <a:prstDash val="solid"/>
              <a:round/>
              <a:headEnd type="none" w="med" len="med"/>
              <a:tailEnd type="none" w="med" len="med"/>
            </a:ln>
          </p:spPr>
        </p:cxnSp>
      </p:grpSp>
      <p:sp>
        <p:nvSpPr>
          <p:cNvPr id="217" name="Google Shape;217;p2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18" name="Google Shape;218;p23"/>
          <p:cNvSpPr txBox="1">
            <a:spLocks noGrp="1"/>
          </p:cNvSpPr>
          <p:nvPr>
            <p:ph type="subTitle" idx="1"/>
          </p:nvPr>
        </p:nvSpPr>
        <p:spPr>
          <a:xfrm>
            <a:off x="874134" y="2145979"/>
            <a:ext cx="2199600" cy="635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19" name="Google Shape;219;p23"/>
          <p:cNvSpPr txBox="1">
            <a:spLocks noGrp="1"/>
          </p:cNvSpPr>
          <p:nvPr>
            <p:ph type="subTitle" idx="2"/>
          </p:nvPr>
        </p:nvSpPr>
        <p:spPr>
          <a:xfrm>
            <a:off x="3319800" y="2145979"/>
            <a:ext cx="2199600" cy="635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20" name="Google Shape;220;p23"/>
          <p:cNvSpPr txBox="1">
            <a:spLocks noGrp="1"/>
          </p:cNvSpPr>
          <p:nvPr>
            <p:ph type="subTitle" idx="3"/>
          </p:nvPr>
        </p:nvSpPr>
        <p:spPr>
          <a:xfrm>
            <a:off x="874134" y="3635775"/>
            <a:ext cx="2199600" cy="635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21" name="Google Shape;221;p23"/>
          <p:cNvSpPr txBox="1">
            <a:spLocks noGrp="1"/>
          </p:cNvSpPr>
          <p:nvPr>
            <p:ph type="subTitle" idx="4"/>
          </p:nvPr>
        </p:nvSpPr>
        <p:spPr>
          <a:xfrm>
            <a:off x="3319800" y="3635775"/>
            <a:ext cx="2199600" cy="635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22" name="Google Shape;222;p23"/>
          <p:cNvSpPr txBox="1">
            <a:spLocks noGrp="1"/>
          </p:cNvSpPr>
          <p:nvPr>
            <p:ph type="subTitle" idx="5"/>
          </p:nvPr>
        </p:nvSpPr>
        <p:spPr>
          <a:xfrm>
            <a:off x="5765466" y="2145979"/>
            <a:ext cx="2199600" cy="635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23" name="Google Shape;223;p23"/>
          <p:cNvSpPr txBox="1">
            <a:spLocks noGrp="1"/>
          </p:cNvSpPr>
          <p:nvPr>
            <p:ph type="subTitle" idx="6"/>
          </p:nvPr>
        </p:nvSpPr>
        <p:spPr>
          <a:xfrm>
            <a:off x="5765466" y="3635775"/>
            <a:ext cx="2199600" cy="635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24" name="Google Shape;224;p23"/>
          <p:cNvSpPr txBox="1">
            <a:spLocks noGrp="1"/>
          </p:cNvSpPr>
          <p:nvPr>
            <p:ph type="subTitle" idx="7"/>
          </p:nvPr>
        </p:nvSpPr>
        <p:spPr>
          <a:xfrm>
            <a:off x="872334" y="1769325"/>
            <a:ext cx="22032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Figtree Black"/>
              <a:buNone/>
              <a:defRPr sz="1900">
                <a:solidFill>
                  <a:schemeClr val="dk1"/>
                </a:solidFill>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225" name="Google Shape;225;p23"/>
          <p:cNvSpPr txBox="1">
            <a:spLocks noGrp="1"/>
          </p:cNvSpPr>
          <p:nvPr>
            <p:ph type="subTitle" idx="8"/>
          </p:nvPr>
        </p:nvSpPr>
        <p:spPr>
          <a:xfrm>
            <a:off x="3318000" y="1769325"/>
            <a:ext cx="22032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Figtree Black"/>
              <a:buNone/>
              <a:defRPr sz="1900">
                <a:solidFill>
                  <a:schemeClr val="dk1"/>
                </a:solidFill>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226" name="Google Shape;226;p23"/>
          <p:cNvSpPr txBox="1">
            <a:spLocks noGrp="1"/>
          </p:cNvSpPr>
          <p:nvPr>
            <p:ph type="subTitle" idx="9"/>
          </p:nvPr>
        </p:nvSpPr>
        <p:spPr>
          <a:xfrm>
            <a:off x="5763666" y="1769325"/>
            <a:ext cx="22032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Figtree Black"/>
              <a:buNone/>
              <a:defRPr sz="1900">
                <a:solidFill>
                  <a:schemeClr val="dk1"/>
                </a:solidFill>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227" name="Google Shape;227;p23"/>
          <p:cNvSpPr txBox="1">
            <a:spLocks noGrp="1"/>
          </p:cNvSpPr>
          <p:nvPr>
            <p:ph type="subTitle" idx="13"/>
          </p:nvPr>
        </p:nvSpPr>
        <p:spPr>
          <a:xfrm>
            <a:off x="872334" y="3258926"/>
            <a:ext cx="22032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Figtree Black"/>
              <a:buNone/>
              <a:defRPr sz="1900">
                <a:solidFill>
                  <a:schemeClr val="dk1"/>
                </a:solidFill>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228" name="Google Shape;228;p23"/>
          <p:cNvSpPr txBox="1">
            <a:spLocks noGrp="1"/>
          </p:cNvSpPr>
          <p:nvPr>
            <p:ph type="subTitle" idx="14"/>
          </p:nvPr>
        </p:nvSpPr>
        <p:spPr>
          <a:xfrm>
            <a:off x="3318000" y="3258926"/>
            <a:ext cx="22032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Figtree Black"/>
              <a:buNone/>
              <a:defRPr sz="1900">
                <a:solidFill>
                  <a:schemeClr val="dk1"/>
                </a:solidFill>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229" name="Google Shape;229;p23"/>
          <p:cNvSpPr txBox="1">
            <a:spLocks noGrp="1"/>
          </p:cNvSpPr>
          <p:nvPr>
            <p:ph type="subTitle" idx="15"/>
          </p:nvPr>
        </p:nvSpPr>
        <p:spPr>
          <a:xfrm>
            <a:off x="5763666" y="3258926"/>
            <a:ext cx="22032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Figtree Black"/>
              <a:buNone/>
              <a:defRPr sz="1900">
                <a:solidFill>
                  <a:schemeClr val="dk1"/>
                </a:solidFill>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Numbers and text">
  <p:cSld name="CUSTOM_8_1">
    <p:spTree>
      <p:nvGrpSpPr>
        <p:cNvPr id="1" name="Shape 230"/>
        <p:cNvGrpSpPr/>
        <p:nvPr/>
      </p:nvGrpSpPr>
      <p:grpSpPr>
        <a:xfrm>
          <a:off x="0" y="0"/>
          <a:ext cx="0" cy="0"/>
          <a:chOff x="0" y="0"/>
          <a:chExt cx="0" cy="0"/>
        </a:xfrm>
      </p:grpSpPr>
      <p:sp>
        <p:nvSpPr>
          <p:cNvPr id="231" name="Google Shape;231;p24"/>
          <p:cNvSpPr/>
          <p:nvPr/>
        </p:nvSpPr>
        <p:spPr>
          <a:xfrm>
            <a:off x="6309175" y="2486975"/>
            <a:ext cx="4243200" cy="42432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2" name="Google Shape;232;p24"/>
          <p:cNvGrpSpPr/>
          <p:nvPr/>
        </p:nvGrpSpPr>
        <p:grpSpPr>
          <a:xfrm>
            <a:off x="-69525" y="539500"/>
            <a:ext cx="9455500" cy="4069200"/>
            <a:chOff x="-69525" y="539500"/>
            <a:chExt cx="9455500" cy="4069200"/>
          </a:xfrm>
        </p:grpSpPr>
        <p:grpSp>
          <p:nvGrpSpPr>
            <p:cNvPr id="233" name="Google Shape;233;p24"/>
            <p:cNvGrpSpPr/>
            <p:nvPr/>
          </p:nvGrpSpPr>
          <p:grpSpPr>
            <a:xfrm>
              <a:off x="713225" y="539500"/>
              <a:ext cx="8672750" cy="4069200"/>
              <a:chOff x="713225" y="539500"/>
              <a:chExt cx="8672750" cy="4069200"/>
            </a:xfrm>
          </p:grpSpPr>
          <p:sp>
            <p:nvSpPr>
              <p:cNvPr id="234" name="Google Shape;234;p24"/>
              <p:cNvSpPr/>
              <p:nvPr/>
            </p:nvSpPr>
            <p:spPr>
              <a:xfrm>
                <a:off x="713225" y="539500"/>
                <a:ext cx="7717500" cy="40692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35" name="Google Shape;235;p24"/>
              <p:cNvCxnSpPr/>
              <p:nvPr/>
            </p:nvCxnSpPr>
            <p:spPr>
              <a:xfrm>
                <a:off x="8407675" y="4608575"/>
                <a:ext cx="978300" cy="0"/>
              </a:xfrm>
              <a:prstGeom prst="straightConnector1">
                <a:avLst/>
              </a:prstGeom>
              <a:noFill/>
              <a:ln w="19050" cap="flat" cmpd="sng">
                <a:solidFill>
                  <a:schemeClr val="dk1"/>
                </a:solidFill>
                <a:prstDash val="solid"/>
                <a:round/>
                <a:headEnd type="none" w="med" len="med"/>
                <a:tailEnd type="none" w="med" len="med"/>
              </a:ln>
            </p:spPr>
          </p:cxnSp>
        </p:grpSp>
        <p:cxnSp>
          <p:nvCxnSpPr>
            <p:cNvPr id="236" name="Google Shape;236;p24"/>
            <p:cNvCxnSpPr/>
            <p:nvPr/>
          </p:nvCxnSpPr>
          <p:spPr>
            <a:xfrm rot="10800000">
              <a:off x="-69525" y="539500"/>
              <a:ext cx="789000" cy="0"/>
            </a:xfrm>
            <a:prstGeom prst="straightConnector1">
              <a:avLst/>
            </a:prstGeom>
            <a:noFill/>
            <a:ln w="19050" cap="flat" cmpd="sng">
              <a:solidFill>
                <a:schemeClr val="dk1"/>
              </a:solidFill>
              <a:prstDash val="solid"/>
              <a:round/>
              <a:headEnd type="none" w="med" len="med"/>
              <a:tailEnd type="none" w="med" len="med"/>
            </a:ln>
          </p:spPr>
        </p:cxnSp>
      </p:grpSp>
      <p:sp>
        <p:nvSpPr>
          <p:cNvPr id="237" name="Google Shape;237;p24"/>
          <p:cNvSpPr txBox="1">
            <a:spLocks noGrp="1"/>
          </p:cNvSpPr>
          <p:nvPr>
            <p:ph type="title" hasCustomPrompt="1"/>
          </p:nvPr>
        </p:nvSpPr>
        <p:spPr>
          <a:xfrm>
            <a:off x="707575" y="539500"/>
            <a:ext cx="4051200" cy="768900"/>
          </a:xfrm>
          <a:prstGeom prst="rect">
            <a:avLst/>
          </a:prstGeom>
          <a:solidFill>
            <a:schemeClr val="dk1"/>
          </a:solidFill>
        </p:spPr>
        <p:txBody>
          <a:bodyPr spcFirstLastPara="1" wrap="square" lIns="91425" tIns="91425" rIns="91425" bIns="91425" anchor="ctr" anchorCtr="0">
            <a:noAutofit/>
          </a:bodyPr>
          <a:lstStyle>
            <a:lvl1pPr lvl="0" rtl="0">
              <a:lnSpc>
                <a:spcPct val="115000"/>
              </a:lnSpc>
              <a:spcBef>
                <a:spcPts val="0"/>
              </a:spcBef>
              <a:spcAft>
                <a:spcPts val="0"/>
              </a:spcAft>
              <a:buClr>
                <a:schemeClr val="lt1"/>
              </a:buClr>
              <a:buSzPts val="6000"/>
              <a:buNone/>
              <a:defRPr sz="3700">
                <a:solidFill>
                  <a:schemeClr val="lt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38" name="Google Shape;238;p24"/>
          <p:cNvSpPr txBox="1">
            <a:spLocks noGrp="1"/>
          </p:cNvSpPr>
          <p:nvPr>
            <p:ph type="subTitle" idx="1"/>
          </p:nvPr>
        </p:nvSpPr>
        <p:spPr>
          <a:xfrm>
            <a:off x="707575" y="1308392"/>
            <a:ext cx="4051200" cy="410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2400"/>
              <a:buNone/>
              <a:defRPr>
                <a:solidFill>
                  <a:schemeClr val="dk1"/>
                </a:solidFill>
                <a:latin typeface="Hanken Grotesk"/>
                <a:ea typeface="Hanken Grotesk"/>
                <a:cs typeface="Hanken Grotesk"/>
                <a:sym typeface="Hanken Grotesk"/>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None/>
              <a:defRPr sz="2100">
                <a:solidFill>
                  <a:schemeClr val="dk1"/>
                </a:solidFill>
              </a:defRPr>
            </a:lvl4pPr>
            <a:lvl5pPr lvl="4" algn="ctr" rtl="0">
              <a:lnSpc>
                <a:spcPct val="100000"/>
              </a:lnSpc>
              <a:spcBef>
                <a:spcPts val="0"/>
              </a:spcBef>
              <a:spcAft>
                <a:spcPts val="0"/>
              </a:spcAft>
              <a:buClr>
                <a:schemeClr val="dk1"/>
              </a:buClr>
              <a:buSzPts val="2100"/>
              <a:buNone/>
              <a:defRPr sz="2100">
                <a:solidFill>
                  <a:schemeClr val="dk1"/>
                </a:solidFill>
              </a:defRPr>
            </a:lvl5pPr>
            <a:lvl6pPr lvl="5" algn="ctr" rtl="0">
              <a:lnSpc>
                <a:spcPct val="100000"/>
              </a:lnSpc>
              <a:spcBef>
                <a:spcPts val="0"/>
              </a:spcBef>
              <a:spcAft>
                <a:spcPts val="0"/>
              </a:spcAft>
              <a:buClr>
                <a:schemeClr val="dk1"/>
              </a:buClr>
              <a:buSzPts val="2100"/>
              <a:buNone/>
              <a:defRPr sz="2100">
                <a:solidFill>
                  <a:schemeClr val="dk1"/>
                </a:solidFill>
              </a:defRPr>
            </a:lvl6pPr>
            <a:lvl7pPr lvl="6" algn="ctr" rtl="0">
              <a:lnSpc>
                <a:spcPct val="100000"/>
              </a:lnSpc>
              <a:spcBef>
                <a:spcPts val="0"/>
              </a:spcBef>
              <a:spcAft>
                <a:spcPts val="0"/>
              </a:spcAft>
              <a:buClr>
                <a:schemeClr val="dk1"/>
              </a:buClr>
              <a:buSzPts val="2100"/>
              <a:buNone/>
              <a:defRPr sz="2100">
                <a:solidFill>
                  <a:schemeClr val="dk1"/>
                </a:solidFill>
              </a:defRPr>
            </a:lvl7pPr>
            <a:lvl8pPr lvl="7" algn="ctr" rtl="0">
              <a:lnSpc>
                <a:spcPct val="100000"/>
              </a:lnSpc>
              <a:spcBef>
                <a:spcPts val="0"/>
              </a:spcBef>
              <a:spcAft>
                <a:spcPts val="0"/>
              </a:spcAft>
              <a:buClr>
                <a:schemeClr val="dk1"/>
              </a:buClr>
              <a:buSzPts val="2100"/>
              <a:buNone/>
              <a:defRPr sz="2100">
                <a:solidFill>
                  <a:schemeClr val="dk1"/>
                </a:solidFill>
              </a:defRPr>
            </a:lvl8pPr>
            <a:lvl9pPr lvl="8" algn="ctr" rtl="0">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239" name="Google Shape;239;p24"/>
          <p:cNvSpPr txBox="1">
            <a:spLocks noGrp="1"/>
          </p:cNvSpPr>
          <p:nvPr>
            <p:ph type="title" idx="2" hasCustomPrompt="1"/>
          </p:nvPr>
        </p:nvSpPr>
        <p:spPr>
          <a:xfrm>
            <a:off x="707575" y="1901349"/>
            <a:ext cx="4051200" cy="768900"/>
          </a:xfrm>
          <a:prstGeom prst="rect">
            <a:avLst/>
          </a:prstGeom>
          <a:solidFill>
            <a:schemeClr val="dk1"/>
          </a:solidFill>
        </p:spPr>
        <p:txBody>
          <a:bodyPr spcFirstLastPara="1" wrap="square" lIns="91425" tIns="91425" rIns="91425" bIns="91425" anchor="ctr" anchorCtr="0">
            <a:noAutofit/>
          </a:bodyPr>
          <a:lstStyle>
            <a:lvl1pPr lvl="0" rtl="0">
              <a:lnSpc>
                <a:spcPct val="115000"/>
              </a:lnSpc>
              <a:spcBef>
                <a:spcPts val="0"/>
              </a:spcBef>
              <a:spcAft>
                <a:spcPts val="0"/>
              </a:spcAft>
              <a:buClr>
                <a:schemeClr val="lt1"/>
              </a:buClr>
              <a:buSzPts val="6000"/>
              <a:buNone/>
              <a:defRPr sz="3700">
                <a:solidFill>
                  <a:schemeClr val="lt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40" name="Google Shape;240;p24"/>
          <p:cNvSpPr txBox="1">
            <a:spLocks noGrp="1"/>
          </p:cNvSpPr>
          <p:nvPr>
            <p:ph type="subTitle" idx="3"/>
          </p:nvPr>
        </p:nvSpPr>
        <p:spPr>
          <a:xfrm>
            <a:off x="707575" y="2670245"/>
            <a:ext cx="4051200" cy="410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2400"/>
              <a:buNone/>
              <a:defRPr>
                <a:solidFill>
                  <a:schemeClr val="dk1"/>
                </a:solidFill>
                <a:latin typeface="Hanken Grotesk"/>
                <a:ea typeface="Hanken Grotesk"/>
                <a:cs typeface="Hanken Grotesk"/>
                <a:sym typeface="Hanken Grotesk"/>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None/>
              <a:defRPr sz="2100">
                <a:solidFill>
                  <a:schemeClr val="dk1"/>
                </a:solidFill>
              </a:defRPr>
            </a:lvl4pPr>
            <a:lvl5pPr lvl="4" algn="ctr" rtl="0">
              <a:lnSpc>
                <a:spcPct val="100000"/>
              </a:lnSpc>
              <a:spcBef>
                <a:spcPts val="0"/>
              </a:spcBef>
              <a:spcAft>
                <a:spcPts val="0"/>
              </a:spcAft>
              <a:buClr>
                <a:schemeClr val="dk1"/>
              </a:buClr>
              <a:buSzPts val="2100"/>
              <a:buNone/>
              <a:defRPr sz="2100">
                <a:solidFill>
                  <a:schemeClr val="dk1"/>
                </a:solidFill>
              </a:defRPr>
            </a:lvl5pPr>
            <a:lvl6pPr lvl="5" algn="ctr" rtl="0">
              <a:lnSpc>
                <a:spcPct val="100000"/>
              </a:lnSpc>
              <a:spcBef>
                <a:spcPts val="0"/>
              </a:spcBef>
              <a:spcAft>
                <a:spcPts val="0"/>
              </a:spcAft>
              <a:buClr>
                <a:schemeClr val="dk1"/>
              </a:buClr>
              <a:buSzPts val="2100"/>
              <a:buNone/>
              <a:defRPr sz="2100">
                <a:solidFill>
                  <a:schemeClr val="dk1"/>
                </a:solidFill>
              </a:defRPr>
            </a:lvl6pPr>
            <a:lvl7pPr lvl="6" algn="ctr" rtl="0">
              <a:lnSpc>
                <a:spcPct val="100000"/>
              </a:lnSpc>
              <a:spcBef>
                <a:spcPts val="0"/>
              </a:spcBef>
              <a:spcAft>
                <a:spcPts val="0"/>
              </a:spcAft>
              <a:buClr>
                <a:schemeClr val="dk1"/>
              </a:buClr>
              <a:buSzPts val="2100"/>
              <a:buNone/>
              <a:defRPr sz="2100">
                <a:solidFill>
                  <a:schemeClr val="dk1"/>
                </a:solidFill>
              </a:defRPr>
            </a:lvl7pPr>
            <a:lvl8pPr lvl="7" algn="ctr" rtl="0">
              <a:lnSpc>
                <a:spcPct val="100000"/>
              </a:lnSpc>
              <a:spcBef>
                <a:spcPts val="0"/>
              </a:spcBef>
              <a:spcAft>
                <a:spcPts val="0"/>
              </a:spcAft>
              <a:buClr>
                <a:schemeClr val="dk1"/>
              </a:buClr>
              <a:buSzPts val="2100"/>
              <a:buNone/>
              <a:defRPr sz="2100">
                <a:solidFill>
                  <a:schemeClr val="dk1"/>
                </a:solidFill>
              </a:defRPr>
            </a:lvl8pPr>
            <a:lvl9pPr lvl="8" algn="ctr" rtl="0">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241" name="Google Shape;241;p24"/>
          <p:cNvSpPr txBox="1">
            <a:spLocks noGrp="1"/>
          </p:cNvSpPr>
          <p:nvPr>
            <p:ph type="title" idx="4" hasCustomPrompt="1"/>
          </p:nvPr>
        </p:nvSpPr>
        <p:spPr>
          <a:xfrm>
            <a:off x="707575" y="3263198"/>
            <a:ext cx="4051200" cy="768900"/>
          </a:xfrm>
          <a:prstGeom prst="rect">
            <a:avLst/>
          </a:prstGeom>
          <a:solidFill>
            <a:schemeClr val="dk1"/>
          </a:solidFill>
        </p:spPr>
        <p:txBody>
          <a:bodyPr spcFirstLastPara="1" wrap="square" lIns="91425" tIns="91425" rIns="91425" bIns="91425" anchor="ctr" anchorCtr="0">
            <a:noAutofit/>
          </a:bodyPr>
          <a:lstStyle>
            <a:lvl1pPr lvl="0" rtl="0">
              <a:lnSpc>
                <a:spcPct val="115000"/>
              </a:lnSpc>
              <a:spcBef>
                <a:spcPts val="0"/>
              </a:spcBef>
              <a:spcAft>
                <a:spcPts val="0"/>
              </a:spcAft>
              <a:buClr>
                <a:schemeClr val="lt1"/>
              </a:buClr>
              <a:buSzPts val="6000"/>
              <a:buNone/>
              <a:defRPr sz="3700">
                <a:solidFill>
                  <a:schemeClr val="lt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42" name="Google Shape;242;p24"/>
          <p:cNvSpPr txBox="1">
            <a:spLocks noGrp="1"/>
          </p:cNvSpPr>
          <p:nvPr>
            <p:ph type="subTitle" idx="5"/>
          </p:nvPr>
        </p:nvSpPr>
        <p:spPr>
          <a:xfrm>
            <a:off x="707575" y="4032098"/>
            <a:ext cx="4051200" cy="410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2400"/>
              <a:buNone/>
              <a:defRPr>
                <a:solidFill>
                  <a:schemeClr val="dk1"/>
                </a:solidFill>
                <a:latin typeface="Hanken Grotesk"/>
                <a:ea typeface="Hanken Grotesk"/>
                <a:cs typeface="Hanken Grotesk"/>
                <a:sym typeface="Hanken Grotesk"/>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None/>
              <a:defRPr sz="2100">
                <a:solidFill>
                  <a:schemeClr val="dk1"/>
                </a:solidFill>
              </a:defRPr>
            </a:lvl4pPr>
            <a:lvl5pPr lvl="4" algn="ctr" rtl="0">
              <a:lnSpc>
                <a:spcPct val="100000"/>
              </a:lnSpc>
              <a:spcBef>
                <a:spcPts val="0"/>
              </a:spcBef>
              <a:spcAft>
                <a:spcPts val="0"/>
              </a:spcAft>
              <a:buClr>
                <a:schemeClr val="dk1"/>
              </a:buClr>
              <a:buSzPts val="2100"/>
              <a:buNone/>
              <a:defRPr sz="2100">
                <a:solidFill>
                  <a:schemeClr val="dk1"/>
                </a:solidFill>
              </a:defRPr>
            </a:lvl5pPr>
            <a:lvl6pPr lvl="5" algn="ctr" rtl="0">
              <a:lnSpc>
                <a:spcPct val="100000"/>
              </a:lnSpc>
              <a:spcBef>
                <a:spcPts val="0"/>
              </a:spcBef>
              <a:spcAft>
                <a:spcPts val="0"/>
              </a:spcAft>
              <a:buClr>
                <a:schemeClr val="dk1"/>
              </a:buClr>
              <a:buSzPts val="2100"/>
              <a:buNone/>
              <a:defRPr sz="2100">
                <a:solidFill>
                  <a:schemeClr val="dk1"/>
                </a:solidFill>
              </a:defRPr>
            </a:lvl6pPr>
            <a:lvl7pPr lvl="6" algn="ctr" rtl="0">
              <a:lnSpc>
                <a:spcPct val="100000"/>
              </a:lnSpc>
              <a:spcBef>
                <a:spcPts val="0"/>
              </a:spcBef>
              <a:spcAft>
                <a:spcPts val="0"/>
              </a:spcAft>
              <a:buClr>
                <a:schemeClr val="dk1"/>
              </a:buClr>
              <a:buSzPts val="2100"/>
              <a:buNone/>
              <a:defRPr sz="2100">
                <a:solidFill>
                  <a:schemeClr val="dk1"/>
                </a:solidFill>
              </a:defRPr>
            </a:lvl7pPr>
            <a:lvl8pPr lvl="7" algn="ctr" rtl="0">
              <a:lnSpc>
                <a:spcPct val="100000"/>
              </a:lnSpc>
              <a:spcBef>
                <a:spcPts val="0"/>
              </a:spcBef>
              <a:spcAft>
                <a:spcPts val="0"/>
              </a:spcAft>
              <a:buClr>
                <a:schemeClr val="dk1"/>
              </a:buClr>
              <a:buSzPts val="2100"/>
              <a:buNone/>
              <a:defRPr sz="2100">
                <a:solidFill>
                  <a:schemeClr val="dk1"/>
                </a:solidFill>
              </a:defRPr>
            </a:lvl8pPr>
            <a:lvl9pPr lvl="8" algn="ctr" rtl="0">
              <a:lnSpc>
                <a:spcPct val="100000"/>
              </a:lnSpc>
              <a:spcBef>
                <a:spcPts val="0"/>
              </a:spcBef>
              <a:spcAft>
                <a:spcPts val="0"/>
              </a:spcAft>
              <a:buClr>
                <a:schemeClr val="dk1"/>
              </a:buClr>
              <a:buSzPts val="2100"/>
              <a:buNone/>
              <a:defRPr sz="2100">
                <a:solidFill>
                  <a:schemeClr val="dk1"/>
                </a:solidFill>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only 1">
  <p:cSld name="CUSTOM_11">
    <p:spTree>
      <p:nvGrpSpPr>
        <p:cNvPr id="1" name="Shape 243"/>
        <p:cNvGrpSpPr/>
        <p:nvPr/>
      </p:nvGrpSpPr>
      <p:grpSpPr>
        <a:xfrm>
          <a:off x="0" y="0"/>
          <a:ext cx="0" cy="0"/>
          <a:chOff x="0" y="0"/>
          <a:chExt cx="0" cy="0"/>
        </a:xfrm>
      </p:grpSpPr>
      <p:sp>
        <p:nvSpPr>
          <p:cNvPr id="244" name="Google Shape;244;p25"/>
          <p:cNvSpPr/>
          <p:nvPr/>
        </p:nvSpPr>
        <p:spPr>
          <a:xfrm>
            <a:off x="8240650" y="-9265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5" name="Google Shape;245;p25"/>
          <p:cNvGrpSpPr/>
          <p:nvPr/>
        </p:nvGrpSpPr>
        <p:grpSpPr>
          <a:xfrm>
            <a:off x="-19050" y="232800"/>
            <a:ext cx="9189150" cy="4684500"/>
            <a:chOff x="-19050" y="232800"/>
            <a:chExt cx="9189150" cy="4684500"/>
          </a:xfrm>
        </p:grpSpPr>
        <p:sp>
          <p:nvSpPr>
            <p:cNvPr id="246" name="Google Shape;246;p25"/>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47" name="Google Shape;247;p25"/>
            <p:cNvCxnSpPr/>
            <p:nvPr/>
          </p:nvCxnSpPr>
          <p:spPr>
            <a:xfrm rot="10800000">
              <a:off x="-19050" y="4917300"/>
              <a:ext cx="258900" cy="0"/>
            </a:xfrm>
            <a:prstGeom prst="straightConnector1">
              <a:avLst/>
            </a:prstGeom>
            <a:noFill/>
            <a:ln w="19050" cap="flat" cmpd="sng">
              <a:solidFill>
                <a:schemeClr val="dk1"/>
              </a:solidFill>
              <a:prstDash val="solid"/>
              <a:round/>
              <a:headEnd type="none" w="med" len="med"/>
              <a:tailEnd type="none" w="med" len="med"/>
            </a:ln>
          </p:spPr>
        </p:cxnSp>
        <p:cxnSp>
          <p:nvCxnSpPr>
            <p:cNvPr id="248" name="Google Shape;248;p25"/>
            <p:cNvCxnSpPr/>
            <p:nvPr/>
          </p:nvCxnSpPr>
          <p:spPr>
            <a:xfrm rot="10800000">
              <a:off x="8911200" y="232800"/>
              <a:ext cx="258900" cy="0"/>
            </a:xfrm>
            <a:prstGeom prst="straightConnector1">
              <a:avLst/>
            </a:prstGeom>
            <a:noFill/>
            <a:ln w="19050" cap="flat" cmpd="sng">
              <a:solidFill>
                <a:schemeClr val="dk1"/>
              </a:solidFill>
              <a:prstDash val="solid"/>
              <a:round/>
              <a:headEnd type="none" w="med" len="med"/>
              <a:tailEnd type="none" w="med" len="med"/>
            </a:ln>
          </p:spPr>
        </p:cxnSp>
      </p:grpSp>
      <p:sp>
        <p:nvSpPr>
          <p:cNvPr id="249" name="Google Shape;249;p25"/>
          <p:cNvSpPr txBox="1">
            <a:spLocks noGrp="1"/>
          </p:cNvSpPr>
          <p:nvPr>
            <p:ph type="title"/>
          </p:nvPr>
        </p:nvSpPr>
        <p:spPr>
          <a:xfrm>
            <a:off x="722376" y="445025"/>
            <a:ext cx="7708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2800"/>
            </a:lvl1pPr>
            <a:lvl2pPr lvl="1" rtl="0">
              <a:spcBef>
                <a:spcPts val="0"/>
              </a:spcBef>
              <a:spcAft>
                <a:spcPts val="0"/>
              </a:spcAft>
              <a:buSzPts val="3000"/>
              <a:buNone/>
              <a:defRPr>
                <a:latin typeface="Lato"/>
                <a:ea typeface="Lato"/>
                <a:cs typeface="Lato"/>
                <a:sym typeface="Lato"/>
              </a:defRPr>
            </a:lvl2pPr>
            <a:lvl3pPr lvl="2" rtl="0">
              <a:spcBef>
                <a:spcPts val="0"/>
              </a:spcBef>
              <a:spcAft>
                <a:spcPts val="0"/>
              </a:spcAft>
              <a:buSzPts val="3000"/>
              <a:buNone/>
              <a:defRPr>
                <a:latin typeface="Lato"/>
                <a:ea typeface="Lato"/>
                <a:cs typeface="Lato"/>
                <a:sym typeface="Lato"/>
              </a:defRPr>
            </a:lvl3pPr>
            <a:lvl4pPr lvl="3" rtl="0">
              <a:spcBef>
                <a:spcPts val="0"/>
              </a:spcBef>
              <a:spcAft>
                <a:spcPts val="0"/>
              </a:spcAft>
              <a:buSzPts val="3000"/>
              <a:buNone/>
              <a:defRPr>
                <a:latin typeface="Lato"/>
                <a:ea typeface="Lato"/>
                <a:cs typeface="Lato"/>
                <a:sym typeface="Lato"/>
              </a:defRPr>
            </a:lvl4pPr>
            <a:lvl5pPr lvl="4" rtl="0">
              <a:spcBef>
                <a:spcPts val="0"/>
              </a:spcBef>
              <a:spcAft>
                <a:spcPts val="0"/>
              </a:spcAft>
              <a:buSzPts val="3000"/>
              <a:buNone/>
              <a:defRPr>
                <a:latin typeface="Lato"/>
                <a:ea typeface="Lato"/>
                <a:cs typeface="Lato"/>
                <a:sym typeface="Lato"/>
              </a:defRPr>
            </a:lvl5pPr>
            <a:lvl6pPr lvl="5" rtl="0">
              <a:spcBef>
                <a:spcPts val="0"/>
              </a:spcBef>
              <a:spcAft>
                <a:spcPts val="0"/>
              </a:spcAft>
              <a:buSzPts val="3000"/>
              <a:buNone/>
              <a:defRPr>
                <a:latin typeface="Lato"/>
                <a:ea typeface="Lato"/>
                <a:cs typeface="Lato"/>
                <a:sym typeface="Lato"/>
              </a:defRPr>
            </a:lvl6pPr>
            <a:lvl7pPr lvl="6" rtl="0">
              <a:spcBef>
                <a:spcPts val="0"/>
              </a:spcBef>
              <a:spcAft>
                <a:spcPts val="0"/>
              </a:spcAft>
              <a:buSzPts val="3000"/>
              <a:buNone/>
              <a:defRPr>
                <a:latin typeface="Lato"/>
                <a:ea typeface="Lato"/>
                <a:cs typeface="Lato"/>
                <a:sym typeface="Lato"/>
              </a:defRPr>
            </a:lvl7pPr>
            <a:lvl8pPr lvl="7" rtl="0">
              <a:spcBef>
                <a:spcPts val="0"/>
              </a:spcBef>
              <a:spcAft>
                <a:spcPts val="0"/>
              </a:spcAft>
              <a:buSzPts val="3000"/>
              <a:buNone/>
              <a:defRPr>
                <a:latin typeface="Lato"/>
                <a:ea typeface="Lato"/>
                <a:cs typeface="Lato"/>
                <a:sym typeface="Lato"/>
              </a:defRPr>
            </a:lvl8pPr>
            <a:lvl9pPr lvl="8" rtl="0">
              <a:spcBef>
                <a:spcPts val="0"/>
              </a:spcBef>
              <a:spcAft>
                <a:spcPts val="0"/>
              </a:spcAft>
              <a:buSzPts val="3000"/>
              <a:buNone/>
              <a:defRPr>
                <a:latin typeface="Lato"/>
                <a:ea typeface="Lato"/>
                <a:cs typeface="Lato"/>
                <a:sym typeface="Lato"/>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only 2">
  <p:cSld name="CUSTOM_11_1">
    <p:spTree>
      <p:nvGrpSpPr>
        <p:cNvPr id="1" name="Shape 250"/>
        <p:cNvGrpSpPr/>
        <p:nvPr/>
      </p:nvGrpSpPr>
      <p:grpSpPr>
        <a:xfrm>
          <a:off x="0" y="0"/>
          <a:ext cx="0" cy="0"/>
          <a:chOff x="0" y="0"/>
          <a:chExt cx="0" cy="0"/>
        </a:xfrm>
      </p:grpSpPr>
      <p:sp>
        <p:nvSpPr>
          <p:cNvPr id="251" name="Google Shape;251;p26"/>
          <p:cNvSpPr/>
          <p:nvPr/>
        </p:nvSpPr>
        <p:spPr>
          <a:xfrm>
            <a:off x="-924350" y="42043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2" name="Google Shape;252;p26"/>
          <p:cNvGrpSpPr/>
          <p:nvPr/>
        </p:nvGrpSpPr>
        <p:grpSpPr>
          <a:xfrm>
            <a:off x="232200" y="232800"/>
            <a:ext cx="8988300" cy="4964300"/>
            <a:chOff x="232200" y="232800"/>
            <a:chExt cx="8988300" cy="4964300"/>
          </a:xfrm>
        </p:grpSpPr>
        <p:sp>
          <p:nvSpPr>
            <p:cNvPr id="253" name="Google Shape;253;p26"/>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54" name="Google Shape;254;p26"/>
            <p:cNvCxnSpPr/>
            <p:nvPr/>
          </p:nvCxnSpPr>
          <p:spPr>
            <a:xfrm rot="10800000">
              <a:off x="8911200" y="232800"/>
              <a:ext cx="309300" cy="0"/>
            </a:xfrm>
            <a:prstGeom prst="straightConnector1">
              <a:avLst/>
            </a:prstGeom>
            <a:noFill/>
            <a:ln w="19050" cap="flat" cmpd="sng">
              <a:solidFill>
                <a:schemeClr val="dk1"/>
              </a:solidFill>
              <a:prstDash val="solid"/>
              <a:round/>
              <a:headEnd type="none" w="med" len="med"/>
              <a:tailEnd type="none" w="med" len="med"/>
            </a:ln>
          </p:spPr>
        </p:cxnSp>
        <p:cxnSp>
          <p:nvCxnSpPr>
            <p:cNvPr id="255" name="Google Shape;255;p26"/>
            <p:cNvCxnSpPr/>
            <p:nvPr/>
          </p:nvCxnSpPr>
          <p:spPr>
            <a:xfrm rot="10800000">
              <a:off x="232200" y="4890500"/>
              <a:ext cx="0" cy="306600"/>
            </a:xfrm>
            <a:prstGeom prst="straightConnector1">
              <a:avLst/>
            </a:prstGeom>
            <a:noFill/>
            <a:ln w="19050" cap="flat" cmpd="sng">
              <a:solidFill>
                <a:schemeClr val="dk1"/>
              </a:solidFill>
              <a:prstDash val="solid"/>
              <a:round/>
              <a:headEnd type="none" w="med" len="med"/>
              <a:tailEnd type="none" w="med" len="med"/>
            </a:ln>
          </p:spPr>
        </p:cxnSp>
      </p:grpSp>
      <p:sp>
        <p:nvSpPr>
          <p:cNvPr id="256" name="Google Shape;256;p26"/>
          <p:cNvSpPr txBox="1">
            <a:spLocks noGrp="1"/>
          </p:cNvSpPr>
          <p:nvPr>
            <p:ph type="title"/>
          </p:nvPr>
        </p:nvSpPr>
        <p:spPr>
          <a:xfrm>
            <a:off x="722376" y="445025"/>
            <a:ext cx="7708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2800"/>
            </a:lvl1pPr>
            <a:lvl2pPr lvl="1" rtl="0">
              <a:spcBef>
                <a:spcPts val="0"/>
              </a:spcBef>
              <a:spcAft>
                <a:spcPts val="0"/>
              </a:spcAft>
              <a:buSzPts val="3000"/>
              <a:buNone/>
              <a:defRPr>
                <a:latin typeface="Lato"/>
                <a:ea typeface="Lato"/>
                <a:cs typeface="Lato"/>
                <a:sym typeface="Lato"/>
              </a:defRPr>
            </a:lvl2pPr>
            <a:lvl3pPr lvl="2" rtl="0">
              <a:spcBef>
                <a:spcPts val="0"/>
              </a:spcBef>
              <a:spcAft>
                <a:spcPts val="0"/>
              </a:spcAft>
              <a:buSzPts val="3000"/>
              <a:buNone/>
              <a:defRPr>
                <a:latin typeface="Lato"/>
                <a:ea typeface="Lato"/>
                <a:cs typeface="Lato"/>
                <a:sym typeface="Lato"/>
              </a:defRPr>
            </a:lvl3pPr>
            <a:lvl4pPr lvl="3" rtl="0">
              <a:spcBef>
                <a:spcPts val="0"/>
              </a:spcBef>
              <a:spcAft>
                <a:spcPts val="0"/>
              </a:spcAft>
              <a:buSzPts val="3000"/>
              <a:buNone/>
              <a:defRPr>
                <a:latin typeface="Lato"/>
                <a:ea typeface="Lato"/>
                <a:cs typeface="Lato"/>
                <a:sym typeface="Lato"/>
              </a:defRPr>
            </a:lvl4pPr>
            <a:lvl5pPr lvl="4" rtl="0">
              <a:spcBef>
                <a:spcPts val="0"/>
              </a:spcBef>
              <a:spcAft>
                <a:spcPts val="0"/>
              </a:spcAft>
              <a:buSzPts val="3000"/>
              <a:buNone/>
              <a:defRPr>
                <a:latin typeface="Lato"/>
                <a:ea typeface="Lato"/>
                <a:cs typeface="Lato"/>
                <a:sym typeface="Lato"/>
              </a:defRPr>
            </a:lvl5pPr>
            <a:lvl6pPr lvl="5" rtl="0">
              <a:spcBef>
                <a:spcPts val="0"/>
              </a:spcBef>
              <a:spcAft>
                <a:spcPts val="0"/>
              </a:spcAft>
              <a:buSzPts val="3000"/>
              <a:buNone/>
              <a:defRPr>
                <a:latin typeface="Lato"/>
                <a:ea typeface="Lato"/>
                <a:cs typeface="Lato"/>
                <a:sym typeface="Lato"/>
              </a:defRPr>
            </a:lvl6pPr>
            <a:lvl7pPr lvl="6" rtl="0">
              <a:spcBef>
                <a:spcPts val="0"/>
              </a:spcBef>
              <a:spcAft>
                <a:spcPts val="0"/>
              </a:spcAft>
              <a:buSzPts val="3000"/>
              <a:buNone/>
              <a:defRPr>
                <a:latin typeface="Lato"/>
                <a:ea typeface="Lato"/>
                <a:cs typeface="Lato"/>
                <a:sym typeface="Lato"/>
              </a:defRPr>
            </a:lvl7pPr>
            <a:lvl8pPr lvl="7" rtl="0">
              <a:spcBef>
                <a:spcPts val="0"/>
              </a:spcBef>
              <a:spcAft>
                <a:spcPts val="0"/>
              </a:spcAft>
              <a:buSzPts val="3000"/>
              <a:buNone/>
              <a:defRPr>
                <a:latin typeface="Lato"/>
                <a:ea typeface="Lato"/>
                <a:cs typeface="Lato"/>
                <a:sym typeface="Lato"/>
              </a:defRPr>
            </a:lvl8pPr>
            <a:lvl9pPr lvl="8" rtl="0">
              <a:spcBef>
                <a:spcPts val="0"/>
              </a:spcBef>
              <a:spcAft>
                <a:spcPts val="0"/>
              </a:spcAft>
              <a:buSzPts val="3000"/>
              <a:buNone/>
              <a:defRPr>
                <a:latin typeface="Lato"/>
                <a:ea typeface="Lato"/>
                <a:cs typeface="Lato"/>
                <a:sym typeface="Lato"/>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257"/>
        <p:cNvGrpSpPr/>
        <p:nvPr/>
      </p:nvGrpSpPr>
      <p:grpSpPr>
        <a:xfrm>
          <a:off x="0" y="0"/>
          <a:ext cx="0" cy="0"/>
          <a:chOff x="0" y="0"/>
          <a:chExt cx="0" cy="0"/>
        </a:xfrm>
      </p:grpSpPr>
      <p:sp>
        <p:nvSpPr>
          <p:cNvPr id="258" name="Google Shape;258;p27"/>
          <p:cNvSpPr/>
          <p:nvPr/>
        </p:nvSpPr>
        <p:spPr>
          <a:xfrm>
            <a:off x="6677100" y="-9050"/>
            <a:ext cx="5161500" cy="51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9" name="Google Shape;259;p27"/>
          <p:cNvGrpSpPr/>
          <p:nvPr/>
        </p:nvGrpSpPr>
        <p:grpSpPr>
          <a:xfrm>
            <a:off x="713223" y="-79050"/>
            <a:ext cx="8791100" cy="4687625"/>
            <a:chOff x="-669332" y="-79050"/>
            <a:chExt cx="10173707" cy="4687625"/>
          </a:xfrm>
        </p:grpSpPr>
        <p:sp>
          <p:nvSpPr>
            <p:cNvPr id="260" name="Google Shape;260;p27"/>
            <p:cNvSpPr/>
            <p:nvPr/>
          </p:nvSpPr>
          <p:spPr>
            <a:xfrm>
              <a:off x="-669325" y="533550"/>
              <a:ext cx="9100200" cy="40749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61" name="Google Shape;261;p27"/>
            <p:cNvCxnSpPr/>
            <p:nvPr/>
          </p:nvCxnSpPr>
          <p:spPr>
            <a:xfrm rot="10800000">
              <a:off x="-669332" y="-79050"/>
              <a:ext cx="0" cy="624900"/>
            </a:xfrm>
            <a:prstGeom prst="straightConnector1">
              <a:avLst/>
            </a:prstGeom>
            <a:noFill/>
            <a:ln w="19050" cap="flat" cmpd="sng">
              <a:solidFill>
                <a:schemeClr val="dk1"/>
              </a:solidFill>
              <a:prstDash val="solid"/>
              <a:round/>
              <a:headEnd type="none" w="med" len="med"/>
              <a:tailEnd type="none" w="med" len="med"/>
            </a:ln>
          </p:spPr>
        </p:cxnSp>
        <p:cxnSp>
          <p:nvCxnSpPr>
            <p:cNvPr id="262" name="Google Shape;262;p27"/>
            <p:cNvCxnSpPr/>
            <p:nvPr/>
          </p:nvCxnSpPr>
          <p:spPr>
            <a:xfrm>
              <a:off x="8425275" y="4608575"/>
              <a:ext cx="1079100" cy="0"/>
            </a:xfrm>
            <a:prstGeom prst="straightConnector1">
              <a:avLst/>
            </a:prstGeom>
            <a:noFill/>
            <a:ln w="19050" cap="flat" cmpd="sng">
              <a:solidFill>
                <a:schemeClr val="dk1"/>
              </a:solidFill>
              <a:prstDash val="solid"/>
              <a:round/>
              <a:headEnd type="none" w="med" len="med"/>
              <a:tailEnd type="none" w="med" len="med"/>
            </a:ln>
          </p:spPr>
        </p:cxnSp>
      </p:grpSp>
      <p:sp>
        <p:nvSpPr>
          <p:cNvPr id="263" name="Google Shape;263;p27"/>
          <p:cNvSpPr txBox="1">
            <a:spLocks noGrp="1"/>
          </p:cNvSpPr>
          <p:nvPr>
            <p:ph type="title"/>
          </p:nvPr>
        </p:nvSpPr>
        <p:spPr>
          <a:xfrm>
            <a:off x="1094263" y="778325"/>
            <a:ext cx="4448100" cy="1058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5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64" name="Google Shape;264;p27"/>
          <p:cNvSpPr txBox="1">
            <a:spLocks noGrp="1"/>
          </p:cNvSpPr>
          <p:nvPr>
            <p:ph type="subTitle" idx="1"/>
          </p:nvPr>
        </p:nvSpPr>
        <p:spPr>
          <a:xfrm>
            <a:off x="1094225" y="1651512"/>
            <a:ext cx="4448100" cy="12249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atin typeface="Hanken Grotesk"/>
                <a:ea typeface="Hanken Grotesk"/>
                <a:cs typeface="Hanken Grotesk"/>
                <a:sym typeface="Hanken Grotesk"/>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65" name="Google Shape;265;p27"/>
          <p:cNvSpPr txBox="1"/>
          <p:nvPr/>
        </p:nvSpPr>
        <p:spPr>
          <a:xfrm>
            <a:off x="1094225" y="3383825"/>
            <a:ext cx="5797200" cy="556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300"/>
              </a:spcBef>
              <a:spcAft>
                <a:spcPts val="0"/>
              </a:spcAft>
              <a:buNone/>
            </a:pPr>
            <a:r>
              <a:rPr lang="en" sz="1200">
                <a:solidFill>
                  <a:schemeClr val="dk1"/>
                </a:solidFill>
                <a:latin typeface="Hanken Grotesk"/>
                <a:ea typeface="Hanken Grotesk"/>
                <a:cs typeface="Hanken Grotesk"/>
                <a:sym typeface="Hanken Grotesk"/>
              </a:rPr>
              <a:t>CREDITS: This presentation template was created by </a:t>
            </a:r>
            <a:r>
              <a:rPr lang="en" sz="1200" b="1" u="sng">
                <a:solidFill>
                  <a:schemeClr val="dk1"/>
                </a:solidFill>
                <a:latin typeface="Hanken Grotesk"/>
                <a:ea typeface="Hanken Grotesk"/>
                <a:cs typeface="Hanken Grotesk"/>
                <a:sym typeface="Hanken Grotesk"/>
                <a:hlinkClick r:id="rId2">
                  <a:extLst>
                    <a:ext uri="{A12FA001-AC4F-418D-AE19-62706E023703}">
                      <ahyp:hlinkClr xmlns:ahyp="http://schemas.microsoft.com/office/drawing/2018/hyperlinkcolor" val="tx"/>
                    </a:ext>
                  </a:extLst>
                </a:hlinkClick>
              </a:rPr>
              <a:t>Slidesgo</a:t>
            </a:r>
            <a:r>
              <a:rPr lang="en" sz="1200" b="1">
                <a:solidFill>
                  <a:schemeClr val="dk1"/>
                </a:solidFill>
                <a:latin typeface="Hanken Grotesk"/>
                <a:ea typeface="Hanken Grotesk"/>
                <a:cs typeface="Hanken Grotesk"/>
                <a:sym typeface="Hanken Grotesk"/>
              </a:rPr>
              <a:t>,</a:t>
            </a:r>
            <a:r>
              <a:rPr lang="en" sz="1200">
                <a:solidFill>
                  <a:schemeClr val="dk1"/>
                </a:solidFill>
                <a:latin typeface="Hanken Grotesk"/>
                <a:ea typeface="Hanken Grotesk"/>
                <a:cs typeface="Hanken Grotesk"/>
                <a:sym typeface="Hanken Grotesk"/>
              </a:rPr>
              <a:t> and includes icons, infographics &amp; images by </a:t>
            </a:r>
            <a:r>
              <a:rPr lang="en" sz="1200" b="1" u="sng">
                <a:solidFill>
                  <a:schemeClr val="dk1"/>
                </a:solidFill>
                <a:latin typeface="Hanken Grotesk"/>
                <a:ea typeface="Hanken Grotesk"/>
                <a:cs typeface="Hanken Grotesk"/>
                <a:sym typeface="Hanken Grotesk"/>
                <a:hlinkClick r:id="rId3">
                  <a:extLst>
                    <a:ext uri="{A12FA001-AC4F-418D-AE19-62706E023703}">
                      <ahyp:hlinkClr xmlns:ahyp="http://schemas.microsoft.com/office/drawing/2018/hyperlinkcolor" val="tx"/>
                    </a:ext>
                  </a:extLst>
                </a:hlinkClick>
              </a:rPr>
              <a:t>Freepik</a:t>
            </a:r>
            <a:r>
              <a:rPr lang="en" sz="1200" b="1" u="sng">
                <a:solidFill>
                  <a:schemeClr val="dk1"/>
                </a:solidFill>
                <a:latin typeface="Hanken Grotesk"/>
                <a:ea typeface="Hanken Grotesk"/>
                <a:cs typeface="Hanken Grotesk"/>
                <a:sym typeface="Hanken Grotesk"/>
              </a:rPr>
              <a:t> </a:t>
            </a:r>
            <a:endParaRPr sz="1200" b="1" u="sng">
              <a:solidFill>
                <a:schemeClr val="dk1"/>
              </a:solidFill>
              <a:latin typeface="Hanken Grotesk"/>
              <a:ea typeface="Hanken Grotesk"/>
              <a:cs typeface="Hanken Grotesk"/>
              <a:sym typeface="Hanken Grotesk"/>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ackground">
  <p:cSld name="CUSTOM_7">
    <p:spTree>
      <p:nvGrpSpPr>
        <p:cNvPr id="1" name="Shape 266"/>
        <p:cNvGrpSpPr/>
        <p:nvPr/>
      </p:nvGrpSpPr>
      <p:grpSpPr>
        <a:xfrm>
          <a:off x="0" y="0"/>
          <a:ext cx="0" cy="0"/>
          <a:chOff x="0" y="0"/>
          <a:chExt cx="0" cy="0"/>
        </a:xfrm>
      </p:grpSpPr>
      <p:sp>
        <p:nvSpPr>
          <p:cNvPr id="267" name="Google Shape;267;p28"/>
          <p:cNvSpPr/>
          <p:nvPr/>
        </p:nvSpPr>
        <p:spPr>
          <a:xfrm>
            <a:off x="8240650" y="42043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8" name="Google Shape;268;p28"/>
          <p:cNvGrpSpPr/>
          <p:nvPr/>
        </p:nvGrpSpPr>
        <p:grpSpPr>
          <a:xfrm>
            <a:off x="232200" y="-49400"/>
            <a:ext cx="8679000" cy="5250800"/>
            <a:chOff x="232200" y="-49400"/>
            <a:chExt cx="8679000" cy="5250800"/>
          </a:xfrm>
        </p:grpSpPr>
        <p:sp>
          <p:nvSpPr>
            <p:cNvPr id="269" name="Google Shape;269;p28"/>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0" name="Google Shape;270;p28"/>
            <p:cNvGrpSpPr/>
            <p:nvPr/>
          </p:nvGrpSpPr>
          <p:grpSpPr>
            <a:xfrm>
              <a:off x="232200" y="-49400"/>
              <a:ext cx="8679000" cy="5250800"/>
              <a:chOff x="232200" y="-49400"/>
              <a:chExt cx="8679000" cy="5250800"/>
            </a:xfrm>
          </p:grpSpPr>
          <p:cxnSp>
            <p:nvCxnSpPr>
              <p:cNvPr id="271" name="Google Shape;271;p28"/>
              <p:cNvCxnSpPr/>
              <p:nvPr/>
            </p:nvCxnSpPr>
            <p:spPr>
              <a:xfrm rot="10800000">
                <a:off x="232200" y="-49400"/>
                <a:ext cx="0" cy="284100"/>
              </a:xfrm>
              <a:prstGeom prst="straightConnector1">
                <a:avLst/>
              </a:prstGeom>
              <a:noFill/>
              <a:ln w="19050" cap="flat" cmpd="sng">
                <a:solidFill>
                  <a:schemeClr val="dk1"/>
                </a:solidFill>
                <a:prstDash val="solid"/>
                <a:round/>
                <a:headEnd type="none" w="med" len="med"/>
                <a:tailEnd type="none" w="med" len="med"/>
              </a:ln>
            </p:spPr>
          </p:cxnSp>
          <p:cxnSp>
            <p:nvCxnSpPr>
              <p:cNvPr id="272" name="Google Shape;272;p28"/>
              <p:cNvCxnSpPr/>
              <p:nvPr/>
            </p:nvCxnSpPr>
            <p:spPr>
              <a:xfrm rot="10800000">
                <a:off x="8911200" y="4917300"/>
                <a:ext cx="0" cy="284100"/>
              </a:xfrm>
              <a:prstGeom prst="straightConnector1">
                <a:avLst/>
              </a:prstGeom>
              <a:noFill/>
              <a:ln w="19050" cap="flat" cmpd="sng">
                <a:solidFill>
                  <a:schemeClr val="dk1"/>
                </a:solidFill>
                <a:prstDash val="solid"/>
                <a:round/>
                <a:headEnd type="none" w="med" len="med"/>
                <a:tailEnd type="none" w="med" len="med"/>
              </a:ln>
            </p:spPr>
          </p:cxnSp>
        </p:gr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Background 1">
  <p:cSld name="CUSTOM_8">
    <p:spTree>
      <p:nvGrpSpPr>
        <p:cNvPr id="1" name="Shape 273"/>
        <p:cNvGrpSpPr/>
        <p:nvPr/>
      </p:nvGrpSpPr>
      <p:grpSpPr>
        <a:xfrm>
          <a:off x="0" y="0"/>
          <a:ext cx="0" cy="0"/>
          <a:chOff x="0" y="0"/>
          <a:chExt cx="0" cy="0"/>
        </a:xfrm>
      </p:grpSpPr>
      <p:sp>
        <p:nvSpPr>
          <p:cNvPr id="274" name="Google Shape;274;p29"/>
          <p:cNvSpPr/>
          <p:nvPr/>
        </p:nvSpPr>
        <p:spPr>
          <a:xfrm>
            <a:off x="8141975" y="-88657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5" name="Google Shape;275;p29"/>
          <p:cNvGrpSpPr/>
          <p:nvPr/>
        </p:nvGrpSpPr>
        <p:grpSpPr>
          <a:xfrm>
            <a:off x="232200" y="232800"/>
            <a:ext cx="9045000" cy="4975500"/>
            <a:chOff x="232200" y="232800"/>
            <a:chExt cx="9045000" cy="4975500"/>
          </a:xfrm>
        </p:grpSpPr>
        <p:sp>
          <p:nvSpPr>
            <p:cNvPr id="276" name="Google Shape;276;p29"/>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77" name="Google Shape;277;p29"/>
            <p:cNvCxnSpPr/>
            <p:nvPr/>
          </p:nvCxnSpPr>
          <p:spPr>
            <a:xfrm>
              <a:off x="8911200" y="232800"/>
              <a:ext cx="366000" cy="0"/>
            </a:xfrm>
            <a:prstGeom prst="straightConnector1">
              <a:avLst/>
            </a:prstGeom>
            <a:noFill/>
            <a:ln w="19050" cap="flat" cmpd="sng">
              <a:solidFill>
                <a:schemeClr val="dk1"/>
              </a:solidFill>
              <a:prstDash val="solid"/>
              <a:round/>
              <a:headEnd type="none" w="med" len="med"/>
              <a:tailEnd type="none" w="med" len="med"/>
            </a:ln>
          </p:spPr>
        </p:cxnSp>
        <p:cxnSp>
          <p:nvCxnSpPr>
            <p:cNvPr id="278" name="Google Shape;278;p29"/>
            <p:cNvCxnSpPr/>
            <p:nvPr/>
          </p:nvCxnSpPr>
          <p:spPr>
            <a:xfrm>
              <a:off x="232200" y="4917300"/>
              <a:ext cx="1200" cy="291000"/>
            </a:xfrm>
            <a:prstGeom prst="straightConnector1">
              <a:avLst/>
            </a:prstGeom>
            <a:noFill/>
            <a:ln w="19050" cap="flat" cmpd="sng">
              <a:solidFill>
                <a:schemeClr val="dk1"/>
              </a:solidFill>
              <a:prstDash val="solid"/>
              <a:round/>
              <a:headEnd type="none" w="med" len="med"/>
              <a:tailEnd type="none" w="med" len="med"/>
            </a:ln>
          </p:spPr>
        </p:cxn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Figtree Black"/>
              <a:buNone/>
              <a:defRPr sz="2800">
                <a:solidFill>
                  <a:schemeClr val="dk1"/>
                </a:solidFill>
                <a:latin typeface="Figtree Black"/>
                <a:ea typeface="Figtree Black"/>
                <a:cs typeface="Figtree Black"/>
                <a:sym typeface="Figtree Black"/>
              </a:defRPr>
            </a:lvl1pPr>
            <a:lvl2pPr lvl="1"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2pPr>
            <a:lvl3pPr lvl="2"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3pPr>
            <a:lvl4pPr lvl="3"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4pPr>
            <a:lvl5pPr lvl="4"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5pPr>
            <a:lvl6pPr lvl="5"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6pPr>
            <a:lvl7pPr lvl="6"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7pPr>
            <a:lvl8pPr lvl="7"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8pPr>
            <a:lvl9pPr lvl="8"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9pPr>
          </a:lstStyle>
          <a:p>
            <a:endParaRPr/>
          </a:p>
        </p:txBody>
      </p:sp>
      <p:sp>
        <p:nvSpPr>
          <p:cNvPr id="7" name="Google Shape;7;p1"/>
          <p:cNvSpPr txBox="1">
            <a:spLocks noGrp="1"/>
          </p:cNvSpPr>
          <p:nvPr>
            <p:ph type="body" idx="1"/>
          </p:nvPr>
        </p:nvSpPr>
        <p:spPr>
          <a:xfrm>
            <a:off x="713400"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1pPr>
            <a:lvl2pPr marL="914400" lvl="1"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2pPr>
            <a:lvl3pPr marL="1371600" lvl="2"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3pPr>
            <a:lvl4pPr marL="1828800" lvl="3"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4pPr>
            <a:lvl5pPr marL="2286000" lvl="4"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5pPr>
            <a:lvl6pPr marL="2743200" lvl="5"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6pPr>
            <a:lvl7pPr marL="3200400" lvl="6"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7pPr>
            <a:lvl8pPr marL="3657600" lvl="7"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8pPr>
            <a:lvl9pPr marL="4114800" lvl="8"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30"/>
          <p:cNvSpPr txBox="1">
            <a:spLocks noGrp="1"/>
          </p:cNvSpPr>
          <p:nvPr>
            <p:ph type="ctrTitle"/>
          </p:nvPr>
        </p:nvSpPr>
        <p:spPr>
          <a:xfrm>
            <a:off x="1098600" y="1833175"/>
            <a:ext cx="6946800" cy="1392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Exploring  Future  Research  in  Intellectual  Humility  -  Antisocial  Personality  Disorder</a:t>
            </a:r>
            <a:endParaRPr/>
          </a:p>
        </p:txBody>
      </p:sp>
      <p:sp>
        <p:nvSpPr>
          <p:cNvPr id="284" name="Google Shape;284;p30"/>
          <p:cNvSpPr txBox="1">
            <a:spLocks noGrp="1"/>
          </p:cNvSpPr>
          <p:nvPr>
            <p:ph type="subTitle" idx="1"/>
          </p:nvPr>
        </p:nvSpPr>
        <p:spPr>
          <a:xfrm>
            <a:off x="1098600" y="3790963"/>
            <a:ext cx="5897400" cy="47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Thomas  Bixler  and  Jacob  Bayer</a:t>
            </a:r>
            <a:endParaRPr>
              <a:latin typeface="Hanken Grotesk"/>
              <a:ea typeface="Hanken Grotesk"/>
              <a:cs typeface="Hanken Grotesk"/>
              <a:sym typeface="Hanken Grotesk"/>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cxnSp>
        <p:nvCxnSpPr>
          <p:cNvPr id="289" name="Google Shape;289;p31"/>
          <p:cNvCxnSpPr>
            <a:cxnSpLocks/>
          </p:cNvCxnSpPr>
          <p:nvPr/>
        </p:nvCxnSpPr>
        <p:spPr>
          <a:xfrm flipH="1">
            <a:off x="-167825" y="3160425"/>
            <a:ext cx="3851739" cy="0"/>
          </a:xfrm>
          <a:prstGeom prst="straightConnector1">
            <a:avLst/>
          </a:prstGeom>
          <a:noFill/>
          <a:ln w="19050" cap="flat" cmpd="sng">
            <a:solidFill>
              <a:schemeClr val="dk1"/>
            </a:solidFill>
            <a:prstDash val="solid"/>
            <a:round/>
            <a:headEnd type="none" w="med" len="med"/>
            <a:tailEnd type="none" w="med" len="med"/>
          </a:ln>
        </p:spPr>
      </p:cxnSp>
      <p:cxnSp>
        <p:nvCxnSpPr>
          <p:cNvPr id="291" name="Google Shape;291;p31"/>
          <p:cNvCxnSpPr>
            <a:stCxn id="292" idx="3"/>
          </p:cNvCxnSpPr>
          <p:nvPr/>
        </p:nvCxnSpPr>
        <p:spPr>
          <a:xfrm>
            <a:off x="1285275" y="1502500"/>
            <a:ext cx="8009700" cy="0"/>
          </a:xfrm>
          <a:prstGeom prst="straightConnector1">
            <a:avLst/>
          </a:prstGeom>
          <a:noFill/>
          <a:ln w="19050" cap="flat" cmpd="sng">
            <a:solidFill>
              <a:schemeClr val="dk1"/>
            </a:solidFill>
            <a:prstDash val="solid"/>
            <a:round/>
            <a:headEnd type="none" w="med" len="med"/>
            <a:tailEnd type="none" w="med" len="med"/>
          </a:ln>
        </p:spPr>
      </p:cxnSp>
      <p:sp>
        <p:nvSpPr>
          <p:cNvPr id="293" name="Google Shape;293;p31"/>
          <p:cNvSpPr txBox="1">
            <a:spLocks noGrp="1"/>
          </p:cNvSpPr>
          <p:nvPr>
            <p:ph type="title"/>
          </p:nvPr>
        </p:nvSpPr>
        <p:spPr>
          <a:xfrm>
            <a:off x="6632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Table of contents</a:t>
            </a:r>
            <a:endParaRPr/>
          </a:p>
        </p:txBody>
      </p:sp>
      <p:sp>
        <p:nvSpPr>
          <p:cNvPr id="292" name="Google Shape;292;p31"/>
          <p:cNvSpPr txBox="1">
            <a:spLocks noGrp="1"/>
          </p:cNvSpPr>
          <p:nvPr>
            <p:ph type="title" idx="5"/>
          </p:nvPr>
        </p:nvSpPr>
        <p:spPr>
          <a:xfrm>
            <a:off x="919575" y="1319650"/>
            <a:ext cx="365700" cy="365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294" name="Google Shape;294;p31"/>
          <p:cNvSpPr txBox="1">
            <a:spLocks noGrp="1"/>
          </p:cNvSpPr>
          <p:nvPr>
            <p:ph type="title" idx="6"/>
          </p:nvPr>
        </p:nvSpPr>
        <p:spPr>
          <a:xfrm>
            <a:off x="3509050" y="2977575"/>
            <a:ext cx="365700" cy="365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05</a:t>
            </a:r>
            <a:endParaRPr/>
          </a:p>
        </p:txBody>
      </p:sp>
      <p:sp>
        <p:nvSpPr>
          <p:cNvPr id="295" name="Google Shape;295;p31"/>
          <p:cNvSpPr txBox="1">
            <a:spLocks noGrp="1"/>
          </p:cNvSpPr>
          <p:nvPr>
            <p:ph type="title" idx="7"/>
          </p:nvPr>
        </p:nvSpPr>
        <p:spPr>
          <a:xfrm>
            <a:off x="919575" y="2977575"/>
            <a:ext cx="365700" cy="365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296" name="Google Shape;296;p31"/>
          <p:cNvSpPr txBox="1">
            <a:spLocks noGrp="1"/>
          </p:cNvSpPr>
          <p:nvPr>
            <p:ph type="title" idx="8"/>
          </p:nvPr>
        </p:nvSpPr>
        <p:spPr>
          <a:xfrm>
            <a:off x="3528275" y="1319650"/>
            <a:ext cx="365700" cy="365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297" name="Google Shape;297;p31"/>
          <p:cNvSpPr txBox="1">
            <a:spLocks noGrp="1"/>
          </p:cNvSpPr>
          <p:nvPr>
            <p:ph type="title" idx="15"/>
          </p:nvPr>
        </p:nvSpPr>
        <p:spPr>
          <a:xfrm>
            <a:off x="6136975" y="1319650"/>
            <a:ext cx="365700" cy="365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298" name="Google Shape;298;p31"/>
          <p:cNvSpPr txBox="1">
            <a:spLocks noGrp="1"/>
          </p:cNvSpPr>
          <p:nvPr>
            <p:ph type="subTitle" idx="16"/>
          </p:nvPr>
        </p:nvSpPr>
        <p:spPr>
          <a:xfrm>
            <a:off x="788675" y="2138863"/>
            <a:ext cx="2305500" cy="385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Background &amp; Importance</a:t>
            </a:r>
            <a:endParaRPr/>
          </a:p>
        </p:txBody>
      </p:sp>
      <p:sp>
        <p:nvSpPr>
          <p:cNvPr id="299" name="Google Shape;299;p31"/>
          <p:cNvSpPr txBox="1">
            <a:spLocks noGrp="1"/>
          </p:cNvSpPr>
          <p:nvPr>
            <p:ph type="subTitle" idx="17"/>
          </p:nvPr>
        </p:nvSpPr>
        <p:spPr>
          <a:xfrm>
            <a:off x="788675" y="3503023"/>
            <a:ext cx="2305500" cy="385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Methodology</a:t>
            </a:r>
            <a:endParaRPr/>
          </a:p>
        </p:txBody>
      </p:sp>
      <p:sp>
        <p:nvSpPr>
          <p:cNvPr id="300" name="Google Shape;300;p31"/>
          <p:cNvSpPr txBox="1">
            <a:spLocks noGrp="1"/>
          </p:cNvSpPr>
          <p:nvPr>
            <p:ph type="subTitle" idx="18"/>
          </p:nvPr>
        </p:nvSpPr>
        <p:spPr>
          <a:xfrm>
            <a:off x="3418500" y="3503023"/>
            <a:ext cx="2305500" cy="385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Expected Results</a:t>
            </a:r>
            <a:endParaRPr/>
          </a:p>
        </p:txBody>
      </p:sp>
      <p:sp>
        <p:nvSpPr>
          <p:cNvPr id="301" name="Google Shape;301;p31"/>
          <p:cNvSpPr txBox="1">
            <a:spLocks noGrp="1"/>
          </p:cNvSpPr>
          <p:nvPr>
            <p:ph type="subTitle" idx="19"/>
          </p:nvPr>
        </p:nvSpPr>
        <p:spPr>
          <a:xfrm>
            <a:off x="3418500" y="1848775"/>
            <a:ext cx="2305500" cy="385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Research Question</a:t>
            </a:r>
            <a:endParaRPr/>
          </a:p>
        </p:txBody>
      </p:sp>
      <p:sp>
        <p:nvSpPr>
          <p:cNvPr id="303" name="Google Shape;303;p31"/>
          <p:cNvSpPr txBox="1">
            <a:spLocks noGrp="1"/>
          </p:cNvSpPr>
          <p:nvPr>
            <p:ph type="subTitle" idx="21"/>
          </p:nvPr>
        </p:nvSpPr>
        <p:spPr>
          <a:xfrm>
            <a:off x="6048325" y="1848775"/>
            <a:ext cx="2305500" cy="385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Design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32"/>
          <p:cNvSpPr txBox="1">
            <a:spLocks noGrp="1"/>
          </p:cNvSpPr>
          <p:nvPr>
            <p:ph type="title"/>
          </p:nvPr>
        </p:nvSpPr>
        <p:spPr>
          <a:xfrm>
            <a:off x="713225" y="445025"/>
            <a:ext cx="7710900" cy="572700"/>
          </a:xfrm>
          <a:prstGeom prst="rect">
            <a:avLst/>
          </a:prstGeom>
        </p:spPr>
        <p:txBody>
          <a:bodyPr spcFirstLastPara="1" wrap="square" lIns="91425" tIns="91425" rIns="91425" bIns="91425" anchor="t" anchorCtr="0">
            <a:noAutofit/>
          </a:bodyPr>
          <a:lstStyle/>
          <a:p>
            <a:pPr marL="457200" lvl="0" indent="-406400" algn="l" rtl="0">
              <a:spcBef>
                <a:spcPts val="0"/>
              </a:spcBef>
              <a:spcAft>
                <a:spcPts val="0"/>
              </a:spcAft>
              <a:buSzPts val="2800"/>
              <a:buAutoNum type="arabicPeriod"/>
            </a:pPr>
            <a:r>
              <a:rPr lang="en"/>
              <a:t>Background &amp; Importance</a:t>
            </a:r>
            <a:endParaRPr/>
          </a:p>
        </p:txBody>
      </p:sp>
      <p:sp>
        <p:nvSpPr>
          <p:cNvPr id="309" name="Google Shape;309;p32"/>
          <p:cNvSpPr txBox="1">
            <a:spLocks noGrp="1"/>
          </p:cNvSpPr>
          <p:nvPr>
            <p:ph type="subTitle" idx="1"/>
          </p:nvPr>
        </p:nvSpPr>
        <p:spPr>
          <a:xfrm>
            <a:off x="1731050" y="1640570"/>
            <a:ext cx="6613200" cy="530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ability to recognize that one’s own beliefs and knowledge may be wrong.</a:t>
            </a:r>
            <a:endParaRPr/>
          </a:p>
        </p:txBody>
      </p:sp>
      <p:sp>
        <p:nvSpPr>
          <p:cNvPr id="310" name="Google Shape;310;p32"/>
          <p:cNvSpPr txBox="1">
            <a:spLocks noGrp="1"/>
          </p:cNvSpPr>
          <p:nvPr>
            <p:ph type="subTitle" idx="2"/>
          </p:nvPr>
        </p:nvSpPr>
        <p:spPr>
          <a:xfrm>
            <a:off x="1731050" y="2800360"/>
            <a:ext cx="6613200" cy="52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Characterized by an inconsideration for others and a lack of remorse.</a:t>
            </a:r>
            <a:endParaRPr/>
          </a:p>
        </p:txBody>
      </p:sp>
      <p:sp>
        <p:nvSpPr>
          <p:cNvPr id="311" name="Google Shape;311;p32"/>
          <p:cNvSpPr txBox="1">
            <a:spLocks noGrp="1"/>
          </p:cNvSpPr>
          <p:nvPr>
            <p:ph type="subTitle" idx="4"/>
          </p:nvPr>
        </p:nvSpPr>
        <p:spPr>
          <a:xfrm>
            <a:off x="1079850" y="1241275"/>
            <a:ext cx="6613200" cy="530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Intellectual Humility (IH):</a:t>
            </a:r>
            <a:endParaRPr/>
          </a:p>
        </p:txBody>
      </p:sp>
      <p:sp>
        <p:nvSpPr>
          <p:cNvPr id="312" name="Google Shape;312;p32"/>
          <p:cNvSpPr txBox="1">
            <a:spLocks noGrp="1"/>
          </p:cNvSpPr>
          <p:nvPr>
            <p:ph type="subTitle" idx="5"/>
          </p:nvPr>
        </p:nvSpPr>
        <p:spPr>
          <a:xfrm>
            <a:off x="1079850" y="2395400"/>
            <a:ext cx="6613200" cy="52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Antisocial Personality Disorder (ASPD):</a:t>
            </a:r>
            <a:endParaRPr/>
          </a:p>
        </p:txBody>
      </p:sp>
      <p:sp>
        <p:nvSpPr>
          <p:cNvPr id="313" name="Google Shape;313;p32"/>
          <p:cNvSpPr txBox="1">
            <a:spLocks noGrp="1"/>
          </p:cNvSpPr>
          <p:nvPr>
            <p:ph type="subTitle" idx="6"/>
          </p:nvPr>
        </p:nvSpPr>
        <p:spPr>
          <a:xfrm>
            <a:off x="1262075" y="3957426"/>
            <a:ext cx="6613200" cy="52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Research has shown that IH predicts apology quality (Ludwig et al. 2022) —&gt; Individuals with ASPD rarely admit wrongdoing</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33"/>
          <p:cNvSpPr txBox="1">
            <a:spLocks noGrp="1"/>
          </p:cNvSpPr>
          <p:nvPr>
            <p:ph type="title"/>
          </p:nvPr>
        </p:nvSpPr>
        <p:spPr>
          <a:xfrm>
            <a:off x="713225" y="445025"/>
            <a:ext cx="7710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Previous Research</a:t>
            </a:r>
            <a:endParaRPr/>
          </a:p>
        </p:txBody>
      </p:sp>
      <p:sp>
        <p:nvSpPr>
          <p:cNvPr id="319" name="Google Shape;319;p33"/>
          <p:cNvSpPr txBox="1">
            <a:spLocks noGrp="1"/>
          </p:cNvSpPr>
          <p:nvPr>
            <p:ph type="subTitle" idx="1"/>
          </p:nvPr>
        </p:nvSpPr>
        <p:spPr>
          <a:xfrm>
            <a:off x="1731050" y="1640570"/>
            <a:ext cx="6613200" cy="530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Ludwig  et  al.  (2022)  demonstrated  temporary  increases  in  IH  </a:t>
            </a:r>
            <a:endParaRPr/>
          </a:p>
        </p:txBody>
      </p:sp>
      <p:sp>
        <p:nvSpPr>
          <p:cNvPr id="320" name="Google Shape;320;p33"/>
          <p:cNvSpPr txBox="1">
            <a:spLocks noGrp="1"/>
          </p:cNvSpPr>
          <p:nvPr>
            <p:ph type="subTitle" idx="3"/>
          </p:nvPr>
        </p:nvSpPr>
        <p:spPr>
          <a:xfrm>
            <a:off x="1731050" y="3957450"/>
            <a:ext cx="7142700" cy="52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Can  we  model  prosocial  behaviors  successfully</a:t>
            </a:r>
            <a:endParaRPr/>
          </a:p>
          <a:p>
            <a:pPr marL="0" lvl="0" indent="0" algn="l" rtl="0">
              <a:spcBef>
                <a:spcPts val="0"/>
              </a:spcBef>
              <a:spcAft>
                <a:spcPts val="0"/>
              </a:spcAft>
              <a:buNone/>
            </a:pPr>
            <a:r>
              <a:rPr lang="en"/>
              <a:t>Effect  of  behavioral  modeling  and  social  influence  on  ASPD  (Mazza  et  al  (2025)</a:t>
            </a:r>
            <a:endParaRPr/>
          </a:p>
        </p:txBody>
      </p:sp>
      <p:sp>
        <p:nvSpPr>
          <p:cNvPr id="321" name="Google Shape;321;p33"/>
          <p:cNvSpPr txBox="1">
            <a:spLocks noGrp="1"/>
          </p:cNvSpPr>
          <p:nvPr>
            <p:ph type="subTitle" idx="4"/>
          </p:nvPr>
        </p:nvSpPr>
        <p:spPr>
          <a:xfrm>
            <a:off x="1731050" y="1241275"/>
            <a:ext cx="6613200" cy="530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Intellectual Humility (IH) can be manipulated.</a:t>
            </a:r>
            <a:endParaRPr/>
          </a:p>
        </p:txBody>
      </p:sp>
      <p:sp>
        <p:nvSpPr>
          <p:cNvPr id="322" name="Google Shape;322;p33"/>
          <p:cNvSpPr txBox="1">
            <a:spLocks noGrp="1"/>
          </p:cNvSpPr>
          <p:nvPr>
            <p:ph type="subTitle" idx="5"/>
          </p:nvPr>
        </p:nvSpPr>
        <p:spPr>
          <a:xfrm>
            <a:off x="1731050" y="2395388"/>
            <a:ext cx="6613200" cy="52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Intellectual Humility is a prosocial behavior.</a:t>
            </a:r>
            <a:endParaRPr/>
          </a:p>
        </p:txBody>
      </p:sp>
      <p:sp>
        <p:nvSpPr>
          <p:cNvPr id="323" name="Google Shape;323;p33"/>
          <p:cNvSpPr txBox="1">
            <a:spLocks noGrp="1"/>
          </p:cNvSpPr>
          <p:nvPr>
            <p:ph type="subTitle" idx="6"/>
          </p:nvPr>
        </p:nvSpPr>
        <p:spPr>
          <a:xfrm>
            <a:off x="1731050" y="3546826"/>
            <a:ext cx="6613200" cy="52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Antisocial Personality Disorder is characterized by low prosocial tendendancies </a:t>
            </a:r>
            <a:endParaRPr/>
          </a:p>
        </p:txBody>
      </p:sp>
      <p:grpSp>
        <p:nvGrpSpPr>
          <p:cNvPr id="324" name="Google Shape;324;p33"/>
          <p:cNvGrpSpPr/>
          <p:nvPr/>
        </p:nvGrpSpPr>
        <p:grpSpPr>
          <a:xfrm>
            <a:off x="1103963" y="3625800"/>
            <a:ext cx="345000" cy="343975"/>
            <a:chOff x="1799738" y="3074500"/>
            <a:chExt cx="345000" cy="343975"/>
          </a:xfrm>
        </p:grpSpPr>
        <p:sp>
          <p:nvSpPr>
            <p:cNvPr id="325" name="Google Shape;325;p33"/>
            <p:cNvSpPr/>
            <p:nvPr/>
          </p:nvSpPr>
          <p:spPr>
            <a:xfrm>
              <a:off x="1799738" y="3272100"/>
              <a:ext cx="345000" cy="146375"/>
            </a:xfrm>
            <a:custGeom>
              <a:avLst/>
              <a:gdLst/>
              <a:ahLst/>
              <a:cxnLst/>
              <a:rect l="l" t="t" r="r" b="b"/>
              <a:pathLst>
                <a:path w="13800" h="5855" extrusionOk="0">
                  <a:moveTo>
                    <a:pt x="5424" y="595"/>
                  </a:moveTo>
                  <a:cubicBezTo>
                    <a:pt x="6070" y="595"/>
                    <a:pt x="6582" y="1149"/>
                    <a:pt x="6582" y="1795"/>
                  </a:cubicBezTo>
                  <a:lnTo>
                    <a:pt x="6582" y="2779"/>
                  </a:lnTo>
                  <a:cubicBezTo>
                    <a:pt x="6193" y="2523"/>
                    <a:pt x="5772" y="2389"/>
                    <a:pt x="5301" y="2389"/>
                  </a:cubicBezTo>
                  <a:lnTo>
                    <a:pt x="1067" y="2389"/>
                  </a:lnTo>
                  <a:lnTo>
                    <a:pt x="1067" y="1795"/>
                  </a:lnTo>
                  <a:cubicBezTo>
                    <a:pt x="1067" y="1497"/>
                    <a:pt x="1282" y="1241"/>
                    <a:pt x="1579" y="1241"/>
                  </a:cubicBezTo>
                  <a:cubicBezTo>
                    <a:pt x="2656" y="1241"/>
                    <a:pt x="3763" y="1067"/>
                    <a:pt x="4788" y="729"/>
                  </a:cubicBezTo>
                  <a:lnTo>
                    <a:pt x="4870" y="729"/>
                  </a:lnTo>
                  <a:cubicBezTo>
                    <a:pt x="5085" y="636"/>
                    <a:pt x="5219" y="595"/>
                    <a:pt x="5424" y="595"/>
                  </a:cubicBezTo>
                  <a:close/>
                  <a:moveTo>
                    <a:pt x="8417" y="595"/>
                  </a:moveTo>
                  <a:cubicBezTo>
                    <a:pt x="8591" y="595"/>
                    <a:pt x="8714" y="636"/>
                    <a:pt x="8930" y="729"/>
                  </a:cubicBezTo>
                  <a:lnTo>
                    <a:pt x="9012" y="729"/>
                  </a:lnTo>
                  <a:cubicBezTo>
                    <a:pt x="10037" y="1067"/>
                    <a:pt x="11113" y="1241"/>
                    <a:pt x="12220" y="1241"/>
                  </a:cubicBezTo>
                  <a:cubicBezTo>
                    <a:pt x="12518" y="1241"/>
                    <a:pt x="12733" y="1497"/>
                    <a:pt x="12733" y="1579"/>
                  </a:cubicBezTo>
                  <a:lnTo>
                    <a:pt x="12733" y="2389"/>
                  </a:lnTo>
                  <a:lnTo>
                    <a:pt x="8458" y="2389"/>
                  </a:lnTo>
                  <a:cubicBezTo>
                    <a:pt x="8038" y="2389"/>
                    <a:pt x="7566" y="2523"/>
                    <a:pt x="7177" y="2779"/>
                  </a:cubicBezTo>
                  <a:lnTo>
                    <a:pt x="7177" y="1795"/>
                  </a:lnTo>
                  <a:cubicBezTo>
                    <a:pt x="7177" y="1149"/>
                    <a:pt x="7730" y="595"/>
                    <a:pt x="8417" y="595"/>
                  </a:cubicBezTo>
                  <a:close/>
                  <a:moveTo>
                    <a:pt x="13205" y="2984"/>
                  </a:moveTo>
                  <a:lnTo>
                    <a:pt x="13205" y="4142"/>
                  </a:lnTo>
                  <a:lnTo>
                    <a:pt x="8243" y="4142"/>
                  </a:lnTo>
                  <a:cubicBezTo>
                    <a:pt x="7946" y="4142"/>
                    <a:pt x="7689" y="4358"/>
                    <a:pt x="7648" y="4655"/>
                  </a:cubicBezTo>
                  <a:cubicBezTo>
                    <a:pt x="7566" y="4993"/>
                    <a:pt x="7269" y="5290"/>
                    <a:pt x="6879" y="5290"/>
                  </a:cubicBezTo>
                  <a:cubicBezTo>
                    <a:pt x="6541" y="5290"/>
                    <a:pt x="6193" y="4993"/>
                    <a:pt x="6152" y="4655"/>
                  </a:cubicBezTo>
                  <a:cubicBezTo>
                    <a:pt x="6070" y="4358"/>
                    <a:pt x="5813" y="4142"/>
                    <a:pt x="5516" y="4142"/>
                  </a:cubicBezTo>
                  <a:lnTo>
                    <a:pt x="605" y="4142"/>
                  </a:lnTo>
                  <a:lnTo>
                    <a:pt x="605" y="2984"/>
                  </a:lnTo>
                  <a:lnTo>
                    <a:pt x="5301" y="2984"/>
                  </a:lnTo>
                  <a:cubicBezTo>
                    <a:pt x="5813" y="2984"/>
                    <a:pt x="6326" y="3199"/>
                    <a:pt x="6664" y="3548"/>
                  </a:cubicBezTo>
                  <a:cubicBezTo>
                    <a:pt x="6731" y="3609"/>
                    <a:pt x="6818" y="3640"/>
                    <a:pt x="6899" y="3640"/>
                  </a:cubicBezTo>
                  <a:cubicBezTo>
                    <a:pt x="6979" y="3640"/>
                    <a:pt x="7054" y="3609"/>
                    <a:pt x="7095" y="3548"/>
                  </a:cubicBezTo>
                  <a:cubicBezTo>
                    <a:pt x="7474" y="3199"/>
                    <a:pt x="7987" y="2984"/>
                    <a:pt x="8499" y="2984"/>
                  </a:cubicBezTo>
                  <a:close/>
                  <a:moveTo>
                    <a:pt x="5383" y="1"/>
                  </a:moveTo>
                  <a:cubicBezTo>
                    <a:pt x="5085" y="1"/>
                    <a:pt x="4870" y="83"/>
                    <a:pt x="4655" y="124"/>
                  </a:cubicBezTo>
                  <a:cubicBezTo>
                    <a:pt x="4614" y="165"/>
                    <a:pt x="4614" y="165"/>
                    <a:pt x="4573" y="165"/>
                  </a:cubicBezTo>
                  <a:cubicBezTo>
                    <a:pt x="3589" y="513"/>
                    <a:pt x="2605" y="636"/>
                    <a:pt x="1579" y="636"/>
                  </a:cubicBezTo>
                  <a:cubicBezTo>
                    <a:pt x="985" y="636"/>
                    <a:pt x="472" y="1149"/>
                    <a:pt x="472" y="1795"/>
                  </a:cubicBezTo>
                  <a:lnTo>
                    <a:pt x="472" y="2389"/>
                  </a:lnTo>
                  <a:lnTo>
                    <a:pt x="298" y="2389"/>
                  </a:lnTo>
                  <a:cubicBezTo>
                    <a:pt x="134" y="2389"/>
                    <a:pt x="1" y="2564"/>
                    <a:pt x="1" y="2687"/>
                  </a:cubicBezTo>
                  <a:lnTo>
                    <a:pt x="1" y="4440"/>
                  </a:lnTo>
                  <a:cubicBezTo>
                    <a:pt x="1" y="4614"/>
                    <a:pt x="134" y="4737"/>
                    <a:pt x="298" y="4737"/>
                  </a:cubicBezTo>
                  <a:lnTo>
                    <a:pt x="5516" y="4737"/>
                  </a:lnTo>
                  <a:cubicBezTo>
                    <a:pt x="5557" y="4737"/>
                    <a:pt x="5557" y="4737"/>
                    <a:pt x="5557" y="4778"/>
                  </a:cubicBezTo>
                  <a:cubicBezTo>
                    <a:pt x="5680" y="5424"/>
                    <a:pt x="6244" y="5854"/>
                    <a:pt x="6879" y="5854"/>
                  </a:cubicBezTo>
                  <a:cubicBezTo>
                    <a:pt x="7566" y="5854"/>
                    <a:pt x="8120" y="5424"/>
                    <a:pt x="8243" y="4778"/>
                  </a:cubicBezTo>
                  <a:lnTo>
                    <a:pt x="8243" y="4737"/>
                  </a:lnTo>
                  <a:lnTo>
                    <a:pt x="13502" y="4737"/>
                  </a:lnTo>
                  <a:cubicBezTo>
                    <a:pt x="13625" y="4737"/>
                    <a:pt x="13799" y="4614"/>
                    <a:pt x="13799" y="4440"/>
                  </a:cubicBezTo>
                  <a:lnTo>
                    <a:pt x="13799" y="2687"/>
                  </a:lnTo>
                  <a:cubicBezTo>
                    <a:pt x="13799" y="2564"/>
                    <a:pt x="13625" y="2389"/>
                    <a:pt x="13502" y="2389"/>
                  </a:cubicBezTo>
                  <a:lnTo>
                    <a:pt x="13287" y="2389"/>
                  </a:lnTo>
                  <a:lnTo>
                    <a:pt x="13287" y="1579"/>
                  </a:lnTo>
                  <a:cubicBezTo>
                    <a:pt x="13287" y="1364"/>
                    <a:pt x="13205" y="1190"/>
                    <a:pt x="13030" y="1026"/>
                  </a:cubicBezTo>
                  <a:cubicBezTo>
                    <a:pt x="12815" y="811"/>
                    <a:pt x="12477" y="636"/>
                    <a:pt x="12179" y="636"/>
                  </a:cubicBezTo>
                  <a:cubicBezTo>
                    <a:pt x="11154" y="636"/>
                    <a:pt x="10170" y="513"/>
                    <a:pt x="9186" y="165"/>
                  </a:cubicBezTo>
                  <a:cubicBezTo>
                    <a:pt x="9145" y="165"/>
                    <a:pt x="9145" y="165"/>
                    <a:pt x="9104" y="124"/>
                  </a:cubicBezTo>
                  <a:cubicBezTo>
                    <a:pt x="8889" y="83"/>
                    <a:pt x="8673" y="1"/>
                    <a:pt x="8376" y="1"/>
                  </a:cubicBezTo>
                  <a:cubicBezTo>
                    <a:pt x="7782" y="1"/>
                    <a:pt x="7218" y="339"/>
                    <a:pt x="6879" y="811"/>
                  </a:cubicBezTo>
                  <a:cubicBezTo>
                    <a:pt x="6582" y="339"/>
                    <a:pt x="6028" y="1"/>
                    <a:pt x="5383"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33"/>
            <p:cNvSpPr/>
            <p:nvPr/>
          </p:nvSpPr>
          <p:spPr>
            <a:xfrm>
              <a:off x="2062438" y="3124750"/>
              <a:ext cx="37450" cy="14875"/>
            </a:xfrm>
            <a:custGeom>
              <a:avLst/>
              <a:gdLst/>
              <a:ahLst/>
              <a:cxnLst/>
              <a:rect l="l" t="t" r="r" b="b"/>
              <a:pathLst>
                <a:path w="1498" h="595" extrusionOk="0">
                  <a:moveTo>
                    <a:pt x="349" y="0"/>
                  </a:moveTo>
                  <a:cubicBezTo>
                    <a:pt x="134" y="0"/>
                    <a:pt x="0" y="164"/>
                    <a:pt x="41" y="338"/>
                  </a:cubicBezTo>
                  <a:cubicBezTo>
                    <a:pt x="41" y="472"/>
                    <a:pt x="175" y="595"/>
                    <a:pt x="349" y="595"/>
                  </a:cubicBezTo>
                  <a:lnTo>
                    <a:pt x="1200" y="595"/>
                  </a:lnTo>
                  <a:cubicBezTo>
                    <a:pt x="1374" y="595"/>
                    <a:pt x="1497" y="420"/>
                    <a:pt x="1497" y="256"/>
                  </a:cubicBezTo>
                  <a:cubicBezTo>
                    <a:pt x="1497" y="123"/>
                    <a:pt x="1323" y="0"/>
                    <a:pt x="1200"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33"/>
            <p:cNvSpPr/>
            <p:nvPr/>
          </p:nvSpPr>
          <p:spPr>
            <a:xfrm>
              <a:off x="2050638" y="3074725"/>
              <a:ext cx="39750" cy="26450"/>
            </a:xfrm>
            <a:custGeom>
              <a:avLst/>
              <a:gdLst/>
              <a:ahLst/>
              <a:cxnLst/>
              <a:rect l="l" t="t" r="r" b="b"/>
              <a:pathLst>
                <a:path w="1590" h="1058" extrusionOk="0">
                  <a:moveTo>
                    <a:pt x="1229" y="0"/>
                  </a:moveTo>
                  <a:cubicBezTo>
                    <a:pt x="1190" y="0"/>
                    <a:pt x="1152" y="10"/>
                    <a:pt x="1118" y="33"/>
                  </a:cubicBezTo>
                  <a:lnTo>
                    <a:pt x="216" y="504"/>
                  </a:lnTo>
                  <a:cubicBezTo>
                    <a:pt x="93" y="586"/>
                    <a:pt x="1" y="761"/>
                    <a:pt x="93" y="884"/>
                  </a:cubicBezTo>
                  <a:cubicBezTo>
                    <a:pt x="134" y="1017"/>
                    <a:pt x="257" y="1058"/>
                    <a:pt x="349" y="1058"/>
                  </a:cubicBezTo>
                  <a:cubicBezTo>
                    <a:pt x="390" y="1058"/>
                    <a:pt x="431" y="1058"/>
                    <a:pt x="513" y="1017"/>
                  </a:cubicBezTo>
                  <a:lnTo>
                    <a:pt x="1375" y="545"/>
                  </a:lnTo>
                  <a:cubicBezTo>
                    <a:pt x="1498" y="504"/>
                    <a:pt x="1590" y="289"/>
                    <a:pt x="1498" y="166"/>
                  </a:cubicBezTo>
                  <a:cubicBezTo>
                    <a:pt x="1438" y="70"/>
                    <a:pt x="1331" y="0"/>
                    <a:pt x="1229"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33"/>
            <p:cNvSpPr/>
            <p:nvPr/>
          </p:nvSpPr>
          <p:spPr>
            <a:xfrm>
              <a:off x="2050638" y="3163175"/>
              <a:ext cx="39750" cy="25650"/>
            </a:xfrm>
            <a:custGeom>
              <a:avLst/>
              <a:gdLst/>
              <a:ahLst/>
              <a:cxnLst/>
              <a:rect l="l" t="t" r="r" b="b"/>
              <a:pathLst>
                <a:path w="1590" h="1026" extrusionOk="0">
                  <a:moveTo>
                    <a:pt x="338" y="1"/>
                  </a:moveTo>
                  <a:cubicBezTo>
                    <a:pt x="243" y="1"/>
                    <a:pt x="148" y="55"/>
                    <a:pt x="93" y="165"/>
                  </a:cubicBezTo>
                  <a:cubicBezTo>
                    <a:pt x="1" y="298"/>
                    <a:pt x="93" y="472"/>
                    <a:pt x="216" y="554"/>
                  </a:cubicBezTo>
                  <a:lnTo>
                    <a:pt x="1118" y="985"/>
                  </a:lnTo>
                  <a:cubicBezTo>
                    <a:pt x="1159" y="1026"/>
                    <a:pt x="1200" y="1026"/>
                    <a:pt x="1241" y="1026"/>
                  </a:cubicBezTo>
                  <a:cubicBezTo>
                    <a:pt x="1334" y="1026"/>
                    <a:pt x="1457" y="985"/>
                    <a:pt x="1498" y="852"/>
                  </a:cubicBezTo>
                  <a:cubicBezTo>
                    <a:pt x="1590" y="729"/>
                    <a:pt x="1498" y="554"/>
                    <a:pt x="1375" y="472"/>
                  </a:cubicBezTo>
                  <a:lnTo>
                    <a:pt x="472" y="42"/>
                  </a:lnTo>
                  <a:cubicBezTo>
                    <a:pt x="431" y="14"/>
                    <a:pt x="385" y="1"/>
                    <a:pt x="338"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33"/>
            <p:cNvSpPr/>
            <p:nvPr/>
          </p:nvSpPr>
          <p:spPr>
            <a:xfrm>
              <a:off x="1843563" y="3124750"/>
              <a:ext cx="37450" cy="14875"/>
            </a:xfrm>
            <a:custGeom>
              <a:avLst/>
              <a:gdLst/>
              <a:ahLst/>
              <a:cxnLst/>
              <a:rect l="l" t="t" r="r" b="b"/>
              <a:pathLst>
                <a:path w="1498" h="595" extrusionOk="0">
                  <a:moveTo>
                    <a:pt x="339" y="0"/>
                  </a:moveTo>
                  <a:cubicBezTo>
                    <a:pt x="134" y="0"/>
                    <a:pt x="1" y="164"/>
                    <a:pt x="42" y="338"/>
                  </a:cubicBezTo>
                  <a:cubicBezTo>
                    <a:pt x="42" y="472"/>
                    <a:pt x="175" y="595"/>
                    <a:pt x="339" y="595"/>
                  </a:cubicBezTo>
                  <a:lnTo>
                    <a:pt x="1200" y="595"/>
                  </a:lnTo>
                  <a:cubicBezTo>
                    <a:pt x="1364" y="595"/>
                    <a:pt x="1497" y="420"/>
                    <a:pt x="1497" y="256"/>
                  </a:cubicBezTo>
                  <a:cubicBezTo>
                    <a:pt x="1497" y="123"/>
                    <a:pt x="1364" y="0"/>
                    <a:pt x="1200"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33"/>
            <p:cNvSpPr/>
            <p:nvPr/>
          </p:nvSpPr>
          <p:spPr>
            <a:xfrm>
              <a:off x="1854338" y="3074725"/>
              <a:ext cx="38450" cy="26450"/>
            </a:xfrm>
            <a:custGeom>
              <a:avLst/>
              <a:gdLst/>
              <a:ahLst/>
              <a:cxnLst/>
              <a:rect l="l" t="t" r="r" b="b"/>
              <a:pathLst>
                <a:path w="1538" h="1058" extrusionOk="0">
                  <a:moveTo>
                    <a:pt x="355" y="0"/>
                  </a:moveTo>
                  <a:cubicBezTo>
                    <a:pt x="249" y="0"/>
                    <a:pt x="142" y="70"/>
                    <a:pt x="82" y="166"/>
                  </a:cubicBezTo>
                  <a:cubicBezTo>
                    <a:pt x="0" y="289"/>
                    <a:pt x="41" y="504"/>
                    <a:pt x="215" y="545"/>
                  </a:cubicBezTo>
                  <a:lnTo>
                    <a:pt x="1066" y="1017"/>
                  </a:lnTo>
                  <a:cubicBezTo>
                    <a:pt x="1107" y="1058"/>
                    <a:pt x="1148" y="1058"/>
                    <a:pt x="1189" y="1058"/>
                  </a:cubicBezTo>
                  <a:cubicBezTo>
                    <a:pt x="1323" y="1058"/>
                    <a:pt x="1405" y="1017"/>
                    <a:pt x="1497" y="884"/>
                  </a:cubicBezTo>
                  <a:cubicBezTo>
                    <a:pt x="1538" y="761"/>
                    <a:pt x="1497" y="586"/>
                    <a:pt x="1364" y="504"/>
                  </a:cubicBezTo>
                  <a:lnTo>
                    <a:pt x="472" y="33"/>
                  </a:lnTo>
                  <a:cubicBezTo>
                    <a:pt x="435" y="10"/>
                    <a:pt x="395" y="0"/>
                    <a:pt x="355"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33"/>
            <p:cNvSpPr/>
            <p:nvPr/>
          </p:nvSpPr>
          <p:spPr>
            <a:xfrm>
              <a:off x="1854338" y="3163175"/>
              <a:ext cx="38450" cy="25650"/>
            </a:xfrm>
            <a:custGeom>
              <a:avLst/>
              <a:gdLst/>
              <a:ahLst/>
              <a:cxnLst/>
              <a:rect l="l" t="t" r="r" b="b"/>
              <a:pathLst>
                <a:path w="1538" h="1026" extrusionOk="0">
                  <a:moveTo>
                    <a:pt x="1235" y="1"/>
                  </a:moveTo>
                  <a:cubicBezTo>
                    <a:pt x="1181" y="1"/>
                    <a:pt x="1124" y="14"/>
                    <a:pt x="1066" y="42"/>
                  </a:cubicBezTo>
                  <a:lnTo>
                    <a:pt x="215" y="472"/>
                  </a:lnTo>
                  <a:cubicBezTo>
                    <a:pt x="41" y="554"/>
                    <a:pt x="0" y="729"/>
                    <a:pt x="82" y="852"/>
                  </a:cubicBezTo>
                  <a:cubicBezTo>
                    <a:pt x="123" y="985"/>
                    <a:pt x="215" y="1026"/>
                    <a:pt x="338" y="1026"/>
                  </a:cubicBezTo>
                  <a:cubicBezTo>
                    <a:pt x="379" y="1026"/>
                    <a:pt x="421" y="1026"/>
                    <a:pt x="472" y="985"/>
                  </a:cubicBezTo>
                  <a:lnTo>
                    <a:pt x="1364" y="554"/>
                  </a:lnTo>
                  <a:cubicBezTo>
                    <a:pt x="1497" y="472"/>
                    <a:pt x="1538" y="298"/>
                    <a:pt x="1497" y="165"/>
                  </a:cubicBezTo>
                  <a:cubicBezTo>
                    <a:pt x="1435" y="55"/>
                    <a:pt x="1342" y="1"/>
                    <a:pt x="1235"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33"/>
            <p:cNvSpPr/>
            <p:nvPr/>
          </p:nvSpPr>
          <p:spPr>
            <a:xfrm>
              <a:off x="1916088" y="3074500"/>
              <a:ext cx="113300" cy="174100"/>
            </a:xfrm>
            <a:custGeom>
              <a:avLst/>
              <a:gdLst/>
              <a:ahLst/>
              <a:cxnLst/>
              <a:rect l="l" t="t" r="r" b="b"/>
              <a:pathLst>
                <a:path w="4532" h="6964" extrusionOk="0">
                  <a:moveTo>
                    <a:pt x="2225" y="595"/>
                  </a:moveTo>
                  <a:cubicBezTo>
                    <a:pt x="3169" y="595"/>
                    <a:pt x="3937" y="1364"/>
                    <a:pt x="3937" y="2307"/>
                  </a:cubicBezTo>
                  <a:cubicBezTo>
                    <a:pt x="3937" y="2687"/>
                    <a:pt x="3804" y="3035"/>
                    <a:pt x="3548" y="3333"/>
                  </a:cubicBezTo>
                  <a:cubicBezTo>
                    <a:pt x="3210" y="3763"/>
                    <a:pt x="2994" y="4276"/>
                    <a:pt x="2871" y="4870"/>
                  </a:cubicBezTo>
                  <a:lnTo>
                    <a:pt x="1631" y="4870"/>
                  </a:lnTo>
                  <a:cubicBezTo>
                    <a:pt x="1498" y="4317"/>
                    <a:pt x="1282" y="3804"/>
                    <a:pt x="903" y="3333"/>
                  </a:cubicBezTo>
                  <a:cubicBezTo>
                    <a:pt x="688" y="3035"/>
                    <a:pt x="565" y="2687"/>
                    <a:pt x="565" y="2307"/>
                  </a:cubicBezTo>
                  <a:cubicBezTo>
                    <a:pt x="565" y="1364"/>
                    <a:pt x="1333" y="595"/>
                    <a:pt x="2225" y="595"/>
                  </a:cubicBezTo>
                  <a:close/>
                  <a:moveTo>
                    <a:pt x="2820" y="5424"/>
                  </a:moveTo>
                  <a:lnTo>
                    <a:pt x="2820" y="5813"/>
                  </a:lnTo>
                  <a:cubicBezTo>
                    <a:pt x="2820" y="6111"/>
                    <a:pt x="2564" y="6367"/>
                    <a:pt x="2266" y="6367"/>
                  </a:cubicBezTo>
                  <a:cubicBezTo>
                    <a:pt x="1928" y="6367"/>
                    <a:pt x="1672" y="6111"/>
                    <a:pt x="1672" y="5813"/>
                  </a:cubicBezTo>
                  <a:lnTo>
                    <a:pt x="1672" y="5424"/>
                  </a:lnTo>
                  <a:close/>
                  <a:moveTo>
                    <a:pt x="2225" y="1"/>
                  </a:moveTo>
                  <a:cubicBezTo>
                    <a:pt x="1631" y="1"/>
                    <a:pt x="1077" y="257"/>
                    <a:pt x="647" y="688"/>
                  </a:cubicBezTo>
                  <a:cubicBezTo>
                    <a:pt x="216" y="1108"/>
                    <a:pt x="1" y="1713"/>
                    <a:pt x="1" y="2307"/>
                  </a:cubicBezTo>
                  <a:cubicBezTo>
                    <a:pt x="1" y="2820"/>
                    <a:pt x="134" y="3292"/>
                    <a:pt x="472" y="3671"/>
                  </a:cubicBezTo>
                  <a:cubicBezTo>
                    <a:pt x="770" y="4101"/>
                    <a:pt x="985" y="4614"/>
                    <a:pt x="1077" y="5086"/>
                  </a:cubicBezTo>
                  <a:lnTo>
                    <a:pt x="1077" y="5168"/>
                  </a:lnTo>
                  <a:lnTo>
                    <a:pt x="1077" y="5762"/>
                  </a:lnTo>
                  <a:cubicBezTo>
                    <a:pt x="1077" y="6425"/>
                    <a:pt x="1593" y="6964"/>
                    <a:pt x="2237" y="6964"/>
                  </a:cubicBezTo>
                  <a:cubicBezTo>
                    <a:pt x="2260" y="6964"/>
                    <a:pt x="2284" y="6963"/>
                    <a:pt x="2307" y="6962"/>
                  </a:cubicBezTo>
                  <a:cubicBezTo>
                    <a:pt x="2953" y="6921"/>
                    <a:pt x="3425" y="6408"/>
                    <a:pt x="3425" y="5813"/>
                  </a:cubicBezTo>
                  <a:lnTo>
                    <a:pt x="3425" y="5168"/>
                  </a:lnTo>
                  <a:lnTo>
                    <a:pt x="3425" y="5127"/>
                  </a:lnTo>
                  <a:cubicBezTo>
                    <a:pt x="3507" y="4614"/>
                    <a:pt x="3722" y="4101"/>
                    <a:pt x="4019" y="3712"/>
                  </a:cubicBezTo>
                  <a:cubicBezTo>
                    <a:pt x="4358" y="3292"/>
                    <a:pt x="4532" y="2820"/>
                    <a:pt x="4532" y="2307"/>
                  </a:cubicBezTo>
                  <a:cubicBezTo>
                    <a:pt x="4532" y="1713"/>
                    <a:pt x="4276" y="1108"/>
                    <a:pt x="3845" y="688"/>
                  </a:cubicBezTo>
                  <a:cubicBezTo>
                    <a:pt x="3425" y="257"/>
                    <a:pt x="2871" y="1"/>
                    <a:pt x="2266"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3" name="Google Shape;333;p33"/>
          <p:cNvGrpSpPr/>
          <p:nvPr/>
        </p:nvGrpSpPr>
        <p:grpSpPr>
          <a:xfrm>
            <a:off x="1129588" y="2479569"/>
            <a:ext cx="293750" cy="345000"/>
            <a:chOff x="5596113" y="2520150"/>
            <a:chExt cx="293750" cy="345000"/>
          </a:xfrm>
        </p:grpSpPr>
        <p:sp>
          <p:nvSpPr>
            <p:cNvPr id="334" name="Google Shape;334;p33"/>
            <p:cNvSpPr/>
            <p:nvPr/>
          </p:nvSpPr>
          <p:spPr>
            <a:xfrm>
              <a:off x="5768088" y="2747750"/>
              <a:ext cx="70500" cy="70500"/>
            </a:xfrm>
            <a:custGeom>
              <a:avLst/>
              <a:gdLst/>
              <a:ahLst/>
              <a:cxnLst/>
              <a:rect l="l" t="t" r="r" b="b"/>
              <a:pathLst>
                <a:path w="2820" h="2820" extrusionOk="0">
                  <a:moveTo>
                    <a:pt x="2389" y="0"/>
                  </a:moveTo>
                  <a:lnTo>
                    <a:pt x="1" y="2389"/>
                  </a:lnTo>
                  <a:lnTo>
                    <a:pt x="421" y="2819"/>
                  </a:lnTo>
                  <a:lnTo>
                    <a:pt x="2820" y="431"/>
                  </a:lnTo>
                  <a:lnTo>
                    <a:pt x="2389"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33"/>
            <p:cNvSpPr/>
            <p:nvPr/>
          </p:nvSpPr>
          <p:spPr>
            <a:xfrm>
              <a:off x="5596113" y="2565000"/>
              <a:ext cx="244525" cy="300150"/>
            </a:xfrm>
            <a:custGeom>
              <a:avLst/>
              <a:gdLst/>
              <a:ahLst/>
              <a:cxnLst/>
              <a:rect l="l" t="t" r="r" b="b"/>
              <a:pathLst>
                <a:path w="9781" h="12006" extrusionOk="0">
                  <a:moveTo>
                    <a:pt x="9186" y="10211"/>
                  </a:moveTo>
                  <a:lnTo>
                    <a:pt x="9186" y="10816"/>
                  </a:lnTo>
                  <a:lnTo>
                    <a:pt x="9186" y="11411"/>
                  </a:lnTo>
                  <a:lnTo>
                    <a:pt x="1241" y="11411"/>
                  </a:lnTo>
                  <a:cubicBezTo>
                    <a:pt x="893" y="11411"/>
                    <a:pt x="637" y="11154"/>
                    <a:pt x="637" y="10857"/>
                  </a:cubicBezTo>
                  <a:cubicBezTo>
                    <a:pt x="596" y="10509"/>
                    <a:pt x="893" y="10211"/>
                    <a:pt x="1190" y="10211"/>
                  </a:cubicBezTo>
                  <a:close/>
                  <a:moveTo>
                    <a:pt x="1149" y="1"/>
                  </a:moveTo>
                  <a:cubicBezTo>
                    <a:pt x="514" y="1"/>
                    <a:pt x="1" y="514"/>
                    <a:pt x="1" y="1200"/>
                  </a:cubicBezTo>
                  <a:lnTo>
                    <a:pt x="1" y="10816"/>
                  </a:lnTo>
                  <a:cubicBezTo>
                    <a:pt x="1" y="11452"/>
                    <a:pt x="555" y="12005"/>
                    <a:pt x="1190" y="12005"/>
                  </a:cubicBezTo>
                  <a:lnTo>
                    <a:pt x="9484" y="12005"/>
                  </a:lnTo>
                  <a:cubicBezTo>
                    <a:pt x="9648" y="12005"/>
                    <a:pt x="9781" y="11882"/>
                    <a:pt x="9781" y="11708"/>
                  </a:cubicBezTo>
                  <a:lnTo>
                    <a:pt x="9781" y="10816"/>
                  </a:lnTo>
                  <a:lnTo>
                    <a:pt x="9781" y="9914"/>
                  </a:lnTo>
                  <a:lnTo>
                    <a:pt x="9781" y="3804"/>
                  </a:lnTo>
                  <a:lnTo>
                    <a:pt x="9186" y="3804"/>
                  </a:lnTo>
                  <a:lnTo>
                    <a:pt x="9186" y="9658"/>
                  </a:lnTo>
                  <a:lnTo>
                    <a:pt x="1190" y="9658"/>
                  </a:lnTo>
                  <a:cubicBezTo>
                    <a:pt x="985" y="9658"/>
                    <a:pt x="770" y="9699"/>
                    <a:pt x="596" y="9791"/>
                  </a:cubicBezTo>
                  <a:lnTo>
                    <a:pt x="596" y="1200"/>
                  </a:lnTo>
                  <a:cubicBezTo>
                    <a:pt x="596" y="862"/>
                    <a:pt x="852" y="606"/>
                    <a:pt x="1149" y="606"/>
                  </a:cubicBezTo>
                  <a:lnTo>
                    <a:pt x="6275" y="606"/>
                  </a:lnTo>
                  <a:lnTo>
                    <a:pt x="6275" y="1"/>
                  </a:ln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33"/>
            <p:cNvSpPr/>
            <p:nvPr/>
          </p:nvSpPr>
          <p:spPr>
            <a:xfrm>
              <a:off x="5661213" y="2619600"/>
              <a:ext cx="100500" cy="14900"/>
            </a:xfrm>
            <a:custGeom>
              <a:avLst/>
              <a:gdLst/>
              <a:ahLst/>
              <a:cxnLst/>
              <a:rect l="l" t="t" r="r" b="b"/>
              <a:pathLst>
                <a:path w="4020" h="596" extrusionOk="0">
                  <a:moveTo>
                    <a:pt x="339" y="0"/>
                  </a:moveTo>
                  <a:cubicBezTo>
                    <a:pt x="175" y="0"/>
                    <a:pt x="1" y="175"/>
                    <a:pt x="42" y="339"/>
                  </a:cubicBezTo>
                  <a:cubicBezTo>
                    <a:pt x="42" y="513"/>
                    <a:pt x="216" y="595"/>
                    <a:pt x="339" y="595"/>
                  </a:cubicBezTo>
                  <a:lnTo>
                    <a:pt x="3712" y="595"/>
                  </a:lnTo>
                  <a:cubicBezTo>
                    <a:pt x="3886" y="595"/>
                    <a:pt x="4019" y="431"/>
                    <a:pt x="3968" y="257"/>
                  </a:cubicBezTo>
                  <a:cubicBezTo>
                    <a:pt x="3968" y="124"/>
                    <a:pt x="3845" y="0"/>
                    <a:pt x="3671"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33"/>
            <p:cNvSpPr/>
            <p:nvPr/>
          </p:nvSpPr>
          <p:spPr>
            <a:xfrm>
              <a:off x="5688888" y="2663425"/>
              <a:ext cx="60000" cy="14900"/>
            </a:xfrm>
            <a:custGeom>
              <a:avLst/>
              <a:gdLst/>
              <a:ahLst/>
              <a:cxnLst/>
              <a:rect l="l" t="t" r="r" b="b"/>
              <a:pathLst>
                <a:path w="2400" h="596" extrusionOk="0">
                  <a:moveTo>
                    <a:pt x="298" y="0"/>
                  </a:moveTo>
                  <a:cubicBezTo>
                    <a:pt x="134" y="0"/>
                    <a:pt x="1" y="165"/>
                    <a:pt x="42" y="339"/>
                  </a:cubicBezTo>
                  <a:cubicBezTo>
                    <a:pt x="42" y="472"/>
                    <a:pt x="175" y="595"/>
                    <a:pt x="350" y="595"/>
                  </a:cubicBezTo>
                  <a:lnTo>
                    <a:pt x="2051" y="595"/>
                  </a:lnTo>
                  <a:cubicBezTo>
                    <a:pt x="2267" y="595"/>
                    <a:pt x="2400" y="421"/>
                    <a:pt x="2349" y="257"/>
                  </a:cubicBezTo>
                  <a:cubicBezTo>
                    <a:pt x="2349" y="82"/>
                    <a:pt x="2226" y="0"/>
                    <a:pt x="2051"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33"/>
            <p:cNvSpPr/>
            <p:nvPr/>
          </p:nvSpPr>
          <p:spPr>
            <a:xfrm>
              <a:off x="5732713" y="2520150"/>
              <a:ext cx="157150" cy="158175"/>
            </a:xfrm>
            <a:custGeom>
              <a:avLst/>
              <a:gdLst/>
              <a:ahLst/>
              <a:cxnLst/>
              <a:rect l="l" t="t" r="r" b="b"/>
              <a:pathLst>
                <a:path w="6286" h="6327" extrusionOk="0">
                  <a:moveTo>
                    <a:pt x="3158" y="606"/>
                  </a:moveTo>
                  <a:cubicBezTo>
                    <a:pt x="3507" y="606"/>
                    <a:pt x="3722" y="821"/>
                    <a:pt x="3845" y="1026"/>
                  </a:cubicBezTo>
                  <a:cubicBezTo>
                    <a:pt x="3907" y="1127"/>
                    <a:pt x="3998" y="1175"/>
                    <a:pt x="4092" y="1175"/>
                  </a:cubicBezTo>
                  <a:cubicBezTo>
                    <a:pt x="4122" y="1175"/>
                    <a:pt x="4153" y="1169"/>
                    <a:pt x="4184" y="1159"/>
                  </a:cubicBezTo>
                  <a:cubicBezTo>
                    <a:pt x="4252" y="1150"/>
                    <a:pt x="4318" y="1145"/>
                    <a:pt x="4381" y="1145"/>
                  </a:cubicBezTo>
                  <a:cubicBezTo>
                    <a:pt x="4603" y="1145"/>
                    <a:pt x="4793" y="1207"/>
                    <a:pt x="4952" y="1375"/>
                  </a:cubicBezTo>
                  <a:cubicBezTo>
                    <a:pt x="5168" y="1590"/>
                    <a:pt x="5260" y="1887"/>
                    <a:pt x="5168" y="2143"/>
                  </a:cubicBezTo>
                  <a:cubicBezTo>
                    <a:pt x="5127" y="2266"/>
                    <a:pt x="5168" y="2441"/>
                    <a:pt x="5301" y="2482"/>
                  </a:cubicBezTo>
                  <a:cubicBezTo>
                    <a:pt x="5557" y="2656"/>
                    <a:pt x="5721" y="2912"/>
                    <a:pt x="5721" y="3169"/>
                  </a:cubicBezTo>
                  <a:cubicBezTo>
                    <a:pt x="5721" y="3466"/>
                    <a:pt x="5557" y="3722"/>
                    <a:pt x="5301" y="3896"/>
                  </a:cubicBezTo>
                  <a:cubicBezTo>
                    <a:pt x="5168" y="3937"/>
                    <a:pt x="5127" y="4060"/>
                    <a:pt x="5168" y="4194"/>
                  </a:cubicBezTo>
                  <a:cubicBezTo>
                    <a:pt x="5260" y="4491"/>
                    <a:pt x="5168" y="4788"/>
                    <a:pt x="4952" y="5004"/>
                  </a:cubicBezTo>
                  <a:cubicBezTo>
                    <a:pt x="4802" y="5132"/>
                    <a:pt x="4596" y="5210"/>
                    <a:pt x="4396" y="5210"/>
                  </a:cubicBezTo>
                  <a:cubicBezTo>
                    <a:pt x="4323" y="5210"/>
                    <a:pt x="4252" y="5200"/>
                    <a:pt x="4184" y="5178"/>
                  </a:cubicBezTo>
                  <a:cubicBezTo>
                    <a:pt x="4061" y="5178"/>
                    <a:pt x="3927" y="5219"/>
                    <a:pt x="3845" y="5342"/>
                  </a:cubicBezTo>
                  <a:cubicBezTo>
                    <a:pt x="3722" y="5598"/>
                    <a:pt x="3466" y="5731"/>
                    <a:pt x="3158" y="5731"/>
                  </a:cubicBezTo>
                  <a:cubicBezTo>
                    <a:pt x="2861" y="5731"/>
                    <a:pt x="2605" y="5598"/>
                    <a:pt x="2482" y="5342"/>
                  </a:cubicBezTo>
                  <a:cubicBezTo>
                    <a:pt x="2390" y="5219"/>
                    <a:pt x="2308" y="5178"/>
                    <a:pt x="2226" y="5178"/>
                  </a:cubicBezTo>
                  <a:lnTo>
                    <a:pt x="2133" y="5178"/>
                  </a:lnTo>
                  <a:cubicBezTo>
                    <a:pt x="2054" y="5200"/>
                    <a:pt x="1978" y="5210"/>
                    <a:pt x="1905" y="5210"/>
                  </a:cubicBezTo>
                  <a:cubicBezTo>
                    <a:pt x="1703" y="5210"/>
                    <a:pt x="1523" y="5132"/>
                    <a:pt x="1364" y="5004"/>
                  </a:cubicBezTo>
                  <a:cubicBezTo>
                    <a:pt x="1159" y="4788"/>
                    <a:pt x="1067" y="4491"/>
                    <a:pt x="1159" y="4194"/>
                  </a:cubicBezTo>
                  <a:cubicBezTo>
                    <a:pt x="1200" y="4060"/>
                    <a:pt x="1108" y="3937"/>
                    <a:pt x="1026" y="3896"/>
                  </a:cubicBezTo>
                  <a:cubicBezTo>
                    <a:pt x="770" y="3722"/>
                    <a:pt x="596" y="3466"/>
                    <a:pt x="596" y="3169"/>
                  </a:cubicBezTo>
                  <a:cubicBezTo>
                    <a:pt x="596" y="2912"/>
                    <a:pt x="770" y="2656"/>
                    <a:pt x="1026" y="2482"/>
                  </a:cubicBezTo>
                  <a:cubicBezTo>
                    <a:pt x="1108" y="2441"/>
                    <a:pt x="1200" y="2266"/>
                    <a:pt x="1159" y="2143"/>
                  </a:cubicBezTo>
                  <a:cubicBezTo>
                    <a:pt x="1067" y="1887"/>
                    <a:pt x="1159" y="1590"/>
                    <a:pt x="1364" y="1375"/>
                  </a:cubicBezTo>
                  <a:cubicBezTo>
                    <a:pt x="1532" y="1207"/>
                    <a:pt x="1724" y="1145"/>
                    <a:pt x="1941" y="1145"/>
                  </a:cubicBezTo>
                  <a:cubicBezTo>
                    <a:pt x="2003" y="1145"/>
                    <a:pt x="2067" y="1150"/>
                    <a:pt x="2133" y="1159"/>
                  </a:cubicBezTo>
                  <a:cubicBezTo>
                    <a:pt x="2166" y="1169"/>
                    <a:pt x="2198" y="1175"/>
                    <a:pt x="2230" y="1175"/>
                  </a:cubicBezTo>
                  <a:cubicBezTo>
                    <a:pt x="2325" y="1175"/>
                    <a:pt x="2412" y="1127"/>
                    <a:pt x="2482" y="1026"/>
                  </a:cubicBezTo>
                  <a:cubicBezTo>
                    <a:pt x="2605" y="770"/>
                    <a:pt x="2902" y="606"/>
                    <a:pt x="3158" y="606"/>
                  </a:cubicBezTo>
                  <a:close/>
                  <a:moveTo>
                    <a:pt x="3210" y="1"/>
                  </a:moveTo>
                  <a:cubicBezTo>
                    <a:pt x="2779" y="1"/>
                    <a:pt x="2349" y="216"/>
                    <a:pt x="2051" y="565"/>
                  </a:cubicBezTo>
                  <a:cubicBezTo>
                    <a:pt x="1998" y="558"/>
                    <a:pt x="1944" y="554"/>
                    <a:pt x="1889" y="554"/>
                  </a:cubicBezTo>
                  <a:cubicBezTo>
                    <a:pt x="1554" y="554"/>
                    <a:pt x="1200" y="688"/>
                    <a:pt x="944" y="944"/>
                  </a:cubicBezTo>
                  <a:cubicBezTo>
                    <a:pt x="647" y="1282"/>
                    <a:pt x="473" y="1672"/>
                    <a:pt x="555" y="2102"/>
                  </a:cubicBezTo>
                  <a:cubicBezTo>
                    <a:pt x="216" y="2359"/>
                    <a:pt x="1" y="2738"/>
                    <a:pt x="1" y="3169"/>
                  </a:cubicBezTo>
                  <a:cubicBezTo>
                    <a:pt x="1" y="3589"/>
                    <a:pt x="216" y="4019"/>
                    <a:pt x="555" y="4276"/>
                  </a:cubicBezTo>
                  <a:cubicBezTo>
                    <a:pt x="473" y="4706"/>
                    <a:pt x="647" y="5086"/>
                    <a:pt x="944" y="5383"/>
                  </a:cubicBezTo>
                  <a:cubicBezTo>
                    <a:pt x="1211" y="5659"/>
                    <a:pt x="1586" y="5820"/>
                    <a:pt x="1964" y="5820"/>
                  </a:cubicBezTo>
                  <a:cubicBezTo>
                    <a:pt x="2007" y="5820"/>
                    <a:pt x="2050" y="5818"/>
                    <a:pt x="2092" y="5813"/>
                  </a:cubicBezTo>
                  <a:cubicBezTo>
                    <a:pt x="2349" y="6111"/>
                    <a:pt x="2738" y="6326"/>
                    <a:pt x="3158" y="6326"/>
                  </a:cubicBezTo>
                  <a:cubicBezTo>
                    <a:pt x="3589" y="6326"/>
                    <a:pt x="3979" y="6111"/>
                    <a:pt x="4235" y="5813"/>
                  </a:cubicBezTo>
                  <a:cubicBezTo>
                    <a:pt x="4278" y="5818"/>
                    <a:pt x="4320" y="5820"/>
                    <a:pt x="4363" y="5820"/>
                  </a:cubicBezTo>
                  <a:cubicBezTo>
                    <a:pt x="4741" y="5820"/>
                    <a:pt x="5116" y="5659"/>
                    <a:pt x="5383" y="5383"/>
                  </a:cubicBezTo>
                  <a:cubicBezTo>
                    <a:pt x="5680" y="5086"/>
                    <a:pt x="5814" y="4706"/>
                    <a:pt x="5773" y="4276"/>
                  </a:cubicBezTo>
                  <a:cubicBezTo>
                    <a:pt x="6111" y="4019"/>
                    <a:pt x="6285" y="3589"/>
                    <a:pt x="6285" y="3169"/>
                  </a:cubicBezTo>
                  <a:cubicBezTo>
                    <a:pt x="6285" y="2738"/>
                    <a:pt x="6111" y="2359"/>
                    <a:pt x="5773" y="2102"/>
                  </a:cubicBezTo>
                  <a:cubicBezTo>
                    <a:pt x="5814" y="1672"/>
                    <a:pt x="5680" y="1282"/>
                    <a:pt x="5383" y="944"/>
                  </a:cubicBezTo>
                  <a:cubicBezTo>
                    <a:pt x="5127" y="688"/>
                    <a:pt x="4773" y="554"/>
                    <a:pt x="4412" y="554"/>
                  </a:cubicBezTo>
                  <a:cubicBezTo>
                    <a:pt x="4353" y="554"/>
                    <a:pt x="4294" y="558"/>
                    <a:pt x="4235" y="565"/>
                  </a:cubicBezTo>
                  <a:cubicBezTo>
                    <a:pt x="3979" y="216"/>
                    <a:pt x="3589" y="1"/>
                    <a:pt x="3210"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33"/>
            <p:cNvSpPr/>
            <p:nvPr/>
          </p:nvSpPr>
          <p:spPr>
            <a:xfrm>
              <a:off x="5787313" y="2575525"/>
              <a:ext cx="48975" cy="48450"/>
            </a:xfrm>
            <a:custGeom>
              <a:avLst/>
              <a:gdLst/>
              <a:ahLst/>
              <a:cxnLst/>
              <a:rect l="l" t="t" r="r" b="b"/>
              <a:pathLst>
                <a:path w="1959" h="1938" extrusionOk="0">
                  <a:moveTo>
                    <a:pt x="1620" y="0"/>
                  </a:moveTo>
                  <a:cubicBezTo>
                    <a:pt x="1546" y="0"/>
                    <a:pt x="1472" y="31"/>
                    <a:pt x="1405" y="93"/>
                  </a:cubicBezTo>
                  <a:lnTo>
                    <a:pt x="124" y="1425"/>
                  </a:lnTo>
                  <a:cubicBezTo>
                    <a:pt x="1" y="1548"/>
                    <a:pt x="1" y="1722"/>
                    <a:pt x="124" y="1845"/>
                  </a:cubicBezTo>
                  <a:cubicBezTo>
                    <a:pt x="165" y="1887"/>
                    <a:pt x="257" y="1938"/>
                    <a:pt x="339" y="1938"/>
                  </a:cubicBezTo>
                  <a:cubicBezTo>
                    <a:pt x="380" y="1938"/>
                    <a:pt x="462" y="1887"/>
                    <a:pt x="513" y="1845"/>
                  </a:cubicBezTo>
                  <a:lnTo>
                    <a:pt x="1836" y="523"/>
                  </a:lnTo>
                  <a:cubicBezTo>
                    <a:pt x="1959" y="400"/>
                    <a:pt x="1959" y="226"/>
                    <a:pt x="1836" y="93"/>
                  </a:cubicBezTo>
                  <a:cubicBezTo>
                    <a:pt x="1769" y="31"/>
                    <a:pt x="1695" y="0"/>
                    <a:pt x="1620"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33"/>
            <p:cNvSpPr/>
            <p:nvPr/>
          </p:nvSpPr>
          <p:spPr>
            <a:xfrm>
              <a:off x="5780913" y="2570400"/>
              <a:ext cx="17950" cy="15150"/>
            </a:xfrm>
            <a:custGeom>
              <a:avLst/>
              <a:gdLst/>
              <a:ahLst/>
              <a:cxnLst/>
              <a:rect l="l" t="t" r="r" b="b"/>
              <a:pathLst>
                <a:path w="718" h="606" extrusionOk="0">
                  <a:moveTo>
                    <a:pt x="339" y="0"/>
                  </a:moveTo>
                  <a:cubicBezTo>
                    <a:pt x="257" y="0"/>
                    <a:pt x="164" y="41"/>
                    <a:pt x="123" y="133"/>
                  </a:cubicBezTo>
                  <a:cubicBezTo>
                    <a:pt x="0" y="390"/>
                    <a:pt x="123" y="605"/>
                    <a:pt x="339" y="605"/>
                  </a:cubicBezTo>
                  <a:cubicBezTo>
                    <a:pt x="554" y="605"/>
                    <a:pt x="718" y="390"/>
                    <a:pt x="636" y="174"/>
                  </a:cubicBezTo>
                  <a:cubicBezTo>
                    <a:pt x="595" y="92"/>
                    <a:pt x="462" y="0"/>
                    <a:pt x="380"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33"/>
            <p:cNvSpPr/>
            <p:nvPr/>
          </p:nvSpPr>
          <p:spPr>
            <a:xfrm>
              <a:off x="5824488" y="2614225"/>
              <a:ext cx="18200" cy="14875"/>
            </a:xfrm>
            <a:custGeom>
              <a:avLst/>
              <a:gdLst/>
              <a:ahLst/>
              <a:cxnLst/>
              <a:rect l="l" t="t" r="r" b="b"/>
              <a:pathLst>
                <a:path w="728" h="595" extrusionOk="0">
                  <a:moveTo>
                    <a:pt x="349" y="0"/>
                  </a:moveTo>
                  <a:cubicBezTo>
                    <a:pt x="256" y="0"/>
                    <a:pt x="174" y="41"/>
                    <a:pt x="92" y="133"/>
                  </a:cubicBezTo>
                  <a:cubicBezTo>
                    <a:pt x="0" y="390"/>
                    <a:pt x="133" y="595"/>
                    <a:pt x="349" y="595"/>
                  </a:cubicBezTo>
                  <a:cubicBezTo>
                    <a:pt x="564" y="595"/>
                    <a:pt x="728" y="390"/>
                    <a:pt x="646" y="174"/>
                  </a:cubicBezTo>
                  <a:cubicBezTo>
                    <a:pt x="605" y="41"/>
                    <a:pt x="472" y="0"/>
                    <a:pt x="390"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2" name="Google Shape;342;p33"/>
          <p:cNvGrpSpPr/>
          <p:nvPr/>
        </p:nvGrpSpPr>
        <p:grpSpPr>
          <a:xfrm>
            <a:off x="1104613" y="1334613"/>
            <a:ext cx="343700" cy="343725"/>
            <a:chOff x="5493613" y="1976825"/>
            <a:chExt cx="343700" cy="343725"/>
          </a:xfrm>
        </p:grpSpPr>
        <p:sp>
          <p:nvSpPr>
            <p:cNvPr id="343" name="Google Shape;343;p33"/>
            <p:cNvSpPr/>
            <p:nvPr/>
          </p:nvSpPr>
          <p:spPr>
            <a:xfrm>
              <a:off x="5493613" y="1976825"/>
              <a:ext cx="343700" cy="255050"/>
            </a:xfrm>
            <a:custGeom>
              <a:avLst/>
              <a:gdLst/>
              <a:ahLst/>
              <a:cxnLst/>
              <a:rect l="l" t="t" r="r" b="b"/>
              <a:pathLst>
                <a:path w="13748" h="10202" extrusionOk="0">
                  <a:moveTo>
                    <a:pt x="298" y="1"/>
                  </a:moveTo>
                  <a:cubicBezTo>
                    <a:pt x="123" y="1"/>
                    <a:pt x="0" y="124"/>
                    <a:pt x="0" y="257"/>
                  </a:cubicBezTo>
                  <a:lnTo>
                    <a:pt x="0" y="8202"/>
                  </a:lnTo>
                  <a:lnTo>
                    <a:pt x="0" y="9945"/>
                  </a:lnTo>
                  <a:cubicBezTo>
                    <a:pt x="0" y="10078"/>
                    <a:pt x="123" y="10201"/>
                    <a:pt x="298" y="10201"/>
                  </a:cubicBezTo>
                  <a:lnTo>
                    <a:pt x="4265" y="10201"/>
                  </a:lnTo>
                  <a:lnTo>
                    <a:pt x="4265" y="9647"/>
                  </a:lnTo>
                  <a:lnTo>
                    <a:pt x="595" y="9647"/>
                  </a:lnTo>
                  <a:lnTo>
                    <a:pt x="595" y="8499"/>
                  </a:lnTo>
                  <a:lnTo>
                    <a:pt x="4614" y="8499"/>
                  </a:lnTo>
                  <a:lnTo>
                    <a:pt x="4614" y="7894"/>
                  </a:lnTo>
                  <a:lnTo>
                    <a:pt x="595" y="7894"/>
                  </a:lnTo>
                  <a:lnTo>
                    <a:pt x="595" y="554"/>
                  </a:lnTo>
                  <a:lnTo>
                    <a:pt x="5126" y="554"/>
                  </a:lnTo>
                  <a:cubicBezTo>
                    <a:pt x="5680" y="554"/>
                    <a:pt x="6233" y="811"/>
                    <a:pt x="6572" y="1231"/>
                  </a:cubicBezTo>
                  <a:lnTo>
                    <a:pt x="6572" y="6869"/>
                  </a:lnTo>
                  <a:lnTo>
                    <a:pt x="7176" y="6869"/>
                  </a:lnTo>
                  <a:lnTo>
                    <a:pt x="7176" y="1231"/>
                  </a:lnTo>
                  <a:cubicBezTo>
                    <a:pt x="7515" y="811"/>
                    <a:pt x="8068" y="554"/>
                    <a:pt x="8622" y="554"/>
                  </a:cubicBezTo>
                  <a:lnTo>
                    <a:pt x="13153" y="554"/>
                  </a:lnTo>
                  <a:lnTo>
                    <a:pt x="13153" y="7894"/>
                  </a:lnTo>
                  <a:lnTo>
                    <a:pt x="9134" y="7894"/>
                  </a:lnTo>
                  <a:lnTo>
                    <a:pt x="9134" y="8499"/>
                  </a:lnTo>
                  <a:lnTo>
                    <a:pt x="13153" y="8499"/>
                  </a:lnTo>
                  <a:lnTo>
                    <a:pt x="13153" y="9647"/>
                  </a:lnTo>
                  <a:lnTo>
                    <a:pt x="9442" y="9647"/>
                  </a:lnTo>
                  <a:lnTo>
                    <a:pt x="9442" y="10201"/>
                  </a:lnTo>
                  <a:lnTo>
                    <a:pt x="13450" y="10201"/>
                  </a:lnTo>
                  <a:cubicBezTo>
                    <a:pt x="13625" y="10201"/>
                    <a:pt x="13748" y="10078"/>
                    <a:pt x="13748" y="9945"/>
                  </a:cubicBezTo>
                  <a:lnTo>
                    <a:pt x="13748" y="8202"/>
                  </a:lnTo>
                  <a:lnTo>
                    <a:pt x="13748" y="257"/>
                  </a:lnTo>
                  <a:cubicBezTo>
                    <a:pt x="13748" y="124"/>
                    <a:pt x="13625" y="1"/>
                    <a:pt x="13450" y="1"/>
                  </a:cubicBezTo>
                  <a:lnTo>
                    <a:pt x="8622" y="1"/>
                  </a:lnTo>
                  <a:cubicBezTo>
                    <a:pt x="7986" y="1"/>
                    <a:pt x="7340" y="257"/>
                    <a:pt x="6879" y="677"/>
                  </a:cubicBezTo>
                  <a:cubicBezTo>
                    <a:pt x="6408" y="257"/>
                    <a:pt x="5762" y="1"/>
                    <a:pt x="5126"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33"/>
            <p:cNvSpPr/>
            <p:nvPr/>
          </p:nvSpPr>
          <p:spPr>
            <a:xfrm>
              <a:off x="5701713" y="2026800"/>
              <a:ext cx="92025" cy="15150"/>
            </a:xfrm>
            <a:custGeom>
              <a:avLst/>
              <a:gdLst/>
              <a:ahLst/>
              <a:cxnLst/>
              <a:rect l="l" t="t" r="r" b="b"/>
              <a:pathLst>
                <a:path w="3681" h="606" extrusionOk="0">
                  <a:moveTo>
                    <a:pt x="298" y="1"/>
                  </a:moveTo>
                  <a:cubicBezTo>
                    <a:pt x="134" y="1"/>
                    <a:pt x="1" y="175"/>
                    <a:pt x="1" y="349"/>
                  </a:cubicBezTo>
                  <a:cubicBezTo>
                    <a:pt x="42" y="513"/>
                    <a:pt x="175" y="606"/>
                    <a:pt x="298" y="606"/>
                  </a:cubicBezTo>
                  <a:lnTo>
                    <a:pt x="3373" y="606"/>
                  </a:lnTo>
                  <a:cubicBezTo>
                    <a:pt x="3548" y="606"/>
                    <a:pt x="3681" y="472"/>
                    <a:pt x="3681" y="257"/>
                  </a:cubicBezTo>
                  <a:cubicBezTo>
                    <a:pt x="3630" y="134"/>
                    <a:pt x="3507" y="1"/>
                    <a:pt x="3373"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33"/>
            <p:cNvSpPr/>
            <p:nvPr/>
          </p:nvSpPr>
          <p:spPr>
            <a:xfrm>
              <a:off x="5537438" y="2026800"/>
              <a:ext cx="92800" cy="15150"/>
            </a:xfrm>
            <a:custGeom>
              <a:avLst/>
              <a:gdLst/>
              <a:ahLst/>
              <a:cxnLst/>
              <a:rect l="l" t="t" r="r" b="b"/>
              <a:pathLst>
                <a:path w="3712" h="606" extrusionOk="0">
                  <a:moveTo>
                    <a:pt x="298" y="1"/>
                  </a:moveTo>
                  <a:cubicBezTo>
                    <a:pt x="123" y="1"/>
                    <a:pt x="0" y="175"/>
                    <a:pt x="41" y="349"/>
                  </a:cubicBezTo>
                  <a:cubicBezTo>
                    <a:pt x="41" y="513"/>
                    <a:pt x="164" y="606"/>
                    <a:pt x="339" y="606"/>
                  </a:cubicBezTo>
                  <a:lnTo>
                    <a:pt x="3373" y="606"/>
                  </a:lnTo>
                  <a:cubicBezTo>
                    <a:pt x="3537" y="606"/>
                    <a:pt x="3711" y="472"/>
                    <a:pt x="3670" y="257"/>
                  </a:cubicBezTo>
                  <a:cubicBezTo>
                    <a:pt x="3629" y="134"/>
                    <a:pt x="3496" y="1"/>
                    <a:pt x="3373"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33"/>
            <p:cNvSpPr/>
            <p:nvPr/>
          </p:nvSpPr>
          <p:spPr>
            <a:xfrm>
              <a:off x="5537438" y="2076025"/>
              <a:ext cx="92800" cy="14875"/>
            </a:xfrm>
            <a:custGeom>
              <a:avLst/>
              <a:gdLst/>
              <a:ahLst/>
              <a:cxnLst/>
              <a:rect l="l" t="t" r="r" b="b"/>
              <a:pathLst>
                <a:path w="3712" h="595" extrusionOk="0">
                  <a:moveTo>
                    <a:pt x="298" y="0"/>
                  </a:moveTo>
                  <a:cubicBezTo>
                    <a:pt x="123" y="0"/>
                    <a:pt x="0" y="174"/>
                    <a:pt x="41" y="338"/>
                  </a:cubicBezTo>
                  <a:cubicBezTo>
                    <a:pt x="41" y="513"/>
                    <a:pt x="164" y="595"/>
                    <a:pt x="339" y="595"/>
                  </a:cubicBezTo>
                  <a:lnTo>
                    <a:pt x="3373" y="595"/>
                  </a:lnTo>
                  <a:cubicBezTo>
                    <a:pt x="3537" y="595"/>
                    <a:pt x="3711" y="431"/>
                    <a:pt x="3670" y="256"/>
                  </a:cubicBezTo>
                  <a:cubicBezTo>
                    <a:pt x="3629" y="133"/>
                    <a:pt x="3496" y="0"/>
                    <a:pt x="3373"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33"/>
            <p:cNvSpPr/>
            <p:nvPr/>
          </p:nvSpPr>
          <p:spPr>
            <a:xfrm>
              <a:off x="5537438" y="2125225"/>
              <a:ext cx="48975" cy="14900"/>
            </a:xfrm>
            <a:custGeom>
              <a:avLst/>
              <a:gdLst/>
              <a:ahLst/>
              <a:cxnLst/>
              <a:rect l="l" t="t" r="r" b="b"/>
              <a:pathLst>
                <a:path w="1959" h="596" extrusionOk="0">
                  <a:moveTo>
                    <a:pt x="298" y="0"/>
                  </a:moveTo>
                  <a:cubicBezTo>
                    <a:pt x="123" y="0"/>
                    <a:pt x="0" y="123"/>
                    <a:pt x="41" y="339"/>
                  </a:cubicBezTo>
                  <a:cubicBezTo>
                    <a:pt x="41" y="472"/>
                    <a:pt x="164" y="595"/>
                    <a:pt x="339" y="595"/>
                  </a:cubicBezTo>
                  <a:lnTo>
                    <a:pt x="1620" y="595"/>
                  </a:lnTo>
                  <a:cubicBezTo>
                    <a:pt x="1794" y="595"/>
                    <a:pt x="1958" y="421"/>
                    <a:pt x="1917" y="216"/>
                  </a:cubicBezTo>
                  <a:cubicBezTo>
                    <a:pt x="1876" y="82"/>
                    <a:pt x="1743" y="0"/>
                    <a:pt x="1620"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33"/>
            <p:cNvSpPr/>
            <p:nvPr/>
          </p:nvSpPr>
          <p:spPr>
            <a:xfrm>
              <a:off x="5701713" y="2076025"/>
              <a:ext cx="92025" cy="14875"/>
            </a:xfrm>
            <a:custGeom>
              <a:avLst/>
              <a:gdLst/>
              <a:ahLst/>
              <a:cxnLst/>
              <a:rect l="l" t="t" r="r" b="b"/>
              <a:pathLst>
                <a:path w="3681" h="595" extrusionOk="0">
                  <a:moveTo>
                    <a:pt x="298" y="0"/>
                  </a:moveTo>
                  <a:cubicBezTo>
                    <a:pt x="134" y="0"/>
                    <a:pt x="1" y="174"/>
                    <a:pt x="1" y="338"/>
                  </a:cubicBezTo>
                  <a:cubicBezTo>
                    <a:pt x="42" y="513"/>
                    <a:pt x="175" y="595"/>
                    <a:pt x="298" y="595"/>
                  </a:cubicBezTo>
                  <a:lnTo>
                    <a:pt x="3373" y="595"/>
                  </a:lnTo>
                  <a:cubicBezTo>
                    <a:pt x="3548" y="595"/>
                    <a:pt x="3681" y="431"/>
                    <a:pt x="3681" y="256"/>
                  </a:cubicBezTo>
                  <a:cubicBezTo>
                    <a:pt x="3630" y="133"/>
                    <a:pt x="3507" y="0"/>
                    <a:pt x="3373"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33"/>
            <p:cNvSpPr/>
            <p:nvPr/>
          </p:nvSpPr>
          <p:spPr>
            <a:xfrm>
              <a:off x="5745538" y="2125225"/>
              <a:ext cx="48200" cy="14900"/>
            </a:xfrm>
            <a:custGeom>
              <a:avLst/>
              <a:gdLst/>
              <a:ahLst/>
              <a:cxnLst/>
              <a:rect l="l" t="t" r="r" b="b"/>
              <a:pathLst>
                <a:path w="1928" h="596" extrusionOk="0">
                  <a:moveTo>
                    <a:pt x="298" y="0"/>
                  </a:moveTo>
                  <a:cubicBezTo>
                    <a:pt x="134" y="0"/>
                    <a:pt x="1" y="123"/>
                    <a:pt x="1" y="339"/>
                  </a:cubicBezTo>
                  <a:cubicBezTo>
                    <a:pt x="42" y="472"/>
                    <a:pt x="175" y="595"/>
                    <a:pt x="298" y="595"/>
                  </a:cubicBezTo>
                  <a:lnTo>
                    <a:pt x="1620" y="595"/>
                  </a:lnTo>
                  <a:cubicBezTo>
                    <a:pt x="1795" y="595"/>
                    <a:pt x="1928" y="421"/>
                    <a:pt x="1928" y="216"/>
                  </a:cubicBezTo>
                  <a:cubicBezTo>
                    <a:pt x="1877" y="82"/>
                    <a:pt x="1754" y="0"/>
                    <a:pt x="1620"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33"/>
            <p:cNvSpPr/>
            <p:nvPr/>
          </p:nvSpPr>
          <p:spPr>
            <a:xfrm>
              <a:off x="5592788" y="2141125"/>
              <a:ext cx="180450" cy="179425"/>
            </a:xfrm>
            <a:custGeom>
              <a:avLst/>
              <a:gdLst/>
              <a:ahLst/>
              <a:cxnLst/>
              <a:rect l="l" t="t" r="r" b="b"/>
              <a:pathLst>
                <a:path w="7218" h="7177" extrusionOk="0">
                  <a:moveTo>
                    <a:pt x="2912" y="605"/>
                  </a:moveTo>
                  <a:cubicBezTo>
                    <a:pt x="4194" y="605"/>
                    <a:pt x="5260" y="1630"/>
                    <a:pt x="5260" y="2952"/>
                  </a:cubicBezTo>
                  <a:cubicBezTo>
                    <a:pt x="5260" y="4234"/>
                    <a:pt x="4194" y="5259"/>
                    <a:pt x="2912" y="5259"/>
                  </a:cubicBezTo>
                  <a:cubicBezTo>
                    <a:pt x="1631" y="5259"/>
                    <a:pt x="606" y="4234"/>
                    <a:pt x="606" y="2952"/>
                  </a:cubicBezTo>
                  <a:cubicBezTo>
                    <a:pt x="606" y="1630"/>
                    <a:pt x="1631" y="605"/>
                    <a:pt x="2912" y="605"/>
                  </a:cubicBezTo>
                  <a:close/>
                  <a:moveTo>
                    <a:pt x="2912" y="0"/>
                  </a:moveTo>
                  <a:cubicBezTo>
                    <a:pt x="1282" y="0"/>
                    <a:pt x="1" y="1322"/>
                    <a:pt x="1" y="2952"/>
                  </a:cubicBezTo>
                  <a:cubicBezTo>
                    <a:pt x="1" y="4531"/>
                    <a:pt x="1282" y="5854"/>
                    <a:pt x="2912" y="5854"/>
                  </a:cubicBezTo>
                  <a:cubicBezTo>
                    <a:pt x="3589" y="5854"/>
                    <a:pt x="4276" y="5597"/>
                    <a:pt x="4747" y="5167"/>
                  </a:cubicBezTo>
                  <a:lnTo>
                    <a:pt x="6664" y="7094"/>
                  </a:lnTo>
                  <a:cubicBezTo>
                    <a:pt x="6705" y="7176"/>
                    <a:pt x="6797" y="7176"/>
                    <a:pt x="6879" y="7176"/>
                  </a:cubicBezTo>
                  <a:cubicBezTo>
                    <a:pt x="6961" y="7176"/>
                    <a:pt x="7013" y="7176"/>
                    <a:pt x="7095" y="7094"/>
                  </a:cubicBezTo>
                  <a:cubicBezTo>
                    <a:pt x="7218" y="7012"/>
                    <a:pt x="7218" y="6797"/>
                    <a:pt x="7095" y="6663"/>
                  </a:cubicBezTo>
                  <a:lnTo>
                    <a:pt x="5167" y="4787"/>
                  </a:lnTo>
                  <a:cubicBezTo>
                    <a:pt x="5598" y="4275"/>
                    <a:pt x="5813" y="3629"/>
                    <a:pt x="5813" y="2952"/>
                  </a:cubicBezTo>
                  <a:cubicBezTo>
                    <a:pt x="5813" y="1322"/>
                    <a:pt x="4532" y="0"/>
                    <a:pt x="2912"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34"/>
          <p:cNvSpPr txBox="1">
            <a:spLocks noGrp="1"/>
          </p:cNvSpPr>
          <p:nvPr>
            <p:ph type="title"/>
          </p:nvPr>
        </p:nvSpPr>
        <p:spPr>
          <a:xfrm>
            <a:off x="722376" y="445025"/>
            <a:ext cx="7708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2. Research Question</a:t>
            </a:r>
            <a:endParaRPr/>
          </a:p>
        </p:txBody>
      </p:sp>
      <p:sp>
        <p:nvSpPr>
          <p:cNvPr id="356" name="Google Shape;356;p34"/>
          <p:cNvSpPr txBox="1"/>
          <p:nvPr/>
        </p:nvSpPr>
        <p:spPr>
          <a:xfrm>
            <a:off x="355200" y="3955250"/>
            <a:ext cx="8433600" cy="431700"/>
          </a:xfrm>
          <a:prstGeom prst="rect">
            <a:avLst/>
          </a:prstGeom>
          <a:noFill/>
          <a:ln>
            <a:noFill/>
          </a:ln>
        </p:spPr>
        <p:txBody>
          <a:bodyPr spcFirstLastPara="1" wrap="square" lIns="91425" tIns="91425" rIns="91425" bIns="91425" anchor="b" anchorCtr="0">
            <a:noAutofit/>
          </a:bodyPr>
          <a:lstStyle/>
          <a:p>
            <a:pPr marL="0" marR="0" lvl="0" indent="0" algn="ctr" rtl="0">
              <a:lnSpc>
                <a:spcPct val="115000"/>
              </a:lnSpc>
              <a:spcBef>
                <a:spcPts val="0"/>
              </a:spcBef>
              <a:spcAft>
                <a:spcPts val="0"/>
              </a:spcAft>
              <a:buNone/>
            </a:pPr>
            <a:r>
              <a:rPr lang="en" sz="1900">
                <a:solidFill>
                  <a:schemeClr val="dk1"/>
                </a:solidFill>
                <a:latin typeface="Figtree Black"/>
                <a:ea typeface="Figtree Black"/>
                <a:cs typeface="Figtree Black"/>
                <a:sym typeface="Figtree Black"/>
              </a:rPr>
              <a:t>Does modeling intellectual humility influence admission of wrongdoing in individuals with antisocial personality disorder?</a:t>
            </a:r>
            <a:endParaRPr sz="1900">
              <a:solidFill>
                <a:schemeClr val="dk1"/>
              </a:solidFill>
              <a:latin typeface="Figtree Black"/>
              <a:ea typeface="Figtree Black"/>
              <a:cs typeface="Figtree Black"/>
              <a:sym typeface="Figtree Black"/>
            </a:endParaRPr>
          </a:p>
        </p:txBody>
      </p:sp>
      <p:sp>
        <p:nvSpPr>
          <p:cNvPr id="357" name="Google Shape;357;p34"/>
          <p:cNvSpPr txBox="1"/>
          <p:nvPr/>
        </p:nvSpPr>
        <p:spPr>
          <a:xfrm>
            <a:off x="486950" y="1254975"/>
            <a:ext cx="7145100" cy="16131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chemeClr val="dk1"/>
              </a:buClr>
              <a:buSzPts val="1400"/>
              <a:buFont typeface="Hanken Grotesk"/>
              <a:buChar char="●"/>
            </a:pPr>
            <a:r>
              <a:rPr lang="en" i="1">
                <a:solidFill>
                  <a:schemeClr val="dk1"/>
                </a:solidFill>
                <a:latin typeface="Hanken Grotesk"/>
                <a:ea typeface="Hanken Grotesk"/>
                <a:cs typeface="Hanken Grotesk"/>
                <a:sym typeface="Hanken Grotesk"/>
              </a:rPr>
              <a:t>Does observing intellectually humble behavior actually increase the chances of someone admitting to wrongdoing?</a:t>
            </a:r>
            <a:endParaRPr i="1">
              <a:solidFill>
                <a:schemeClr val="dk1"/>
              </a:solidFill>
              <a:latin typeface="Hanken Grotesk"/>
              <a:ea typeface="Hanken Grotesk"/>
              <a:cs typeface="Hanken Grotesk"/>
              <a:sym typeface="Hanken Grotesk"/>
            </a:endParaRPr>
          </a:p>
          <a:p>
            <a:pPr marL="0" lvl="0" indent="0" algn="l" rtl="0">
              <a:lnSpc>
                <a:spcPct val="115000"/>
              </a:lnSpc>
              <a:spcBef>
                <a:spcPts val="0"/>
              </a:spcBef>
              <a:spcAft>
                <a:spcPts val="0"/>
              </a:spcAft>
              <a:buNone/>
            </a:pPr>
            <a:endParaRPr i="1">
              <a:solidFill>
                <a:schemeClr val="dk1"/>
              </a:solidFill>
              <a:latin typeface="Hanken Grotesk"/>
              <a:ea typeface="Hanken Grotesk"/>
              <a:cs typeface="Hanken Grotesk"/>
              <a:sym typeface="Hanken Grotesk"/>
            </a:endParaRPr>
          </a:p>
          <a:p>
            <a:pPr marL="457200" lvl="0" indent="-317500" algn="l" rtl="0">
              <a:lnSpc>
                <a:spcPct val="115000"/>
              </a:lnSpc>
              <a:spcBef>
                <a:spcPts val="0"/>
              </a:spcBef>
              <a:spcAft>
                <a:spcPts val="0"/>
              </a:spcAft>
              <a:buClr>
                <a:schemeClr val="dk1"/>
              </a:buClr>
              <a:buSzPts val="1400"/>
              <a:buFont typeface="Hanken Grotesk"/>
              <a:buChar char="●"/>
            </a:pPr>
            <a:r>
              <a:rPr lang="en" i="1">
                <a:solidFill>
                  <a:schemeClr val="dk1"/>
                </a:solidFill>
                <a:latin typeface="Hanken Grotesk"/>
                <a:ea typeface="Hanken Grotesk"/>
                <a:cs typeface="Hanken Grotesk"/>
                <a:sym typeface="Hanken Grotesk"/>
              </a:rPr>
              <a:t>Will individuals with ASPD be able to encode the modeling of behavior?</a:t>
            </a:r>
            <a:endParaRPr i="1">
              <a:solidFill>
                <a:schemeClr val="dk1"/>
              </a:solidFill>
              <a:latin typeface="Hanken Grotesk"/>
              <a:ea typeface="Hanken Grotesk"/>
              <a:cs typeface="Hanken Grotesk"/>
              <a:sym typeface="Hanken Grotesk"/>
            </a:endParaRPr>
          </a:p>
          <a:p>
            <a:pPr marL="0" lvl="0" indent="0" algn="l" rtl="0">
              <a:lnSpc>
                <a:spcPct val="115000"/>
              </a:lnSpc>
              <a:spcBef>
                <a:spcPts val="0"/>
              </a:spcBef>
              <a:spcAft>
                <a:spcPts val="0"/>
              </a:spcAft>
              <a:buNone/>
            </a:pPr>
            <a:endParaRPr i="1">
              <a:solidFill>
                <a:schemeClr val="dk1"/>
              </a:solidFill>
              <a:latin typeface="Hanken Grotesk"/>
              <a:ea typeface="Hanken Grotesk"/>
              <a:cs typeface="Hanken Grotesk"/>
              <a:sym typeface="Hanken Grotesk"/>
            </a:endParaRPr>
          </a:p>
          <a:p>
            <a:pPr marL="0" lvl="0" indent="0" algn="l" rtl="0">
              <a:lnSpc>
                <a:spcPct val="115000"/>
              </a:lnSpc>
              <a:spcBef>
                <a:spcPts val="0"/>
              </a:spcBef>
              <a:spcAft>
                <a:spcPts val="0"/>
              </a:spcAft>
              <a:buNone/>
            </a:pPr>
            <a:endParaRPr i="1">
              <a:solidFill>
                <a:schemeClr val="dk1"/>
              </a:solidFill>
              <a:latin typeface="Hanken Grotesk"/>
              <a:ea typeface="Hanken Grotesk"/>
              <a:cs typeface="Hanken Grotesk"/>
              <a:sym typeface="Hanken Grotesk"/>
            </a:endParaRPr>
          </a:p>
          <a:p>
            <a:pPr marL="457200" lvl="0" indent="-317500" algn="l" rtl="0">
              <a:lnSpc>
                <a:spcPct val="115000"/>
              </a:lnSpc>
              <a:spcBef>
                <a:spcPts val="0"/>
              </a:spcBef>
              <a:spcAft>
                <a:spcPts val="0"/>
              </a:spcAft>
              <a:buClr>
                <a:schemeClr val="dk1"/>
              </a:buClr>
              <a:buSzPts val="1400"/>
              <a:buFont typeface="Hanken Grotesk"/>
              <a:buChar char="●"/>
            </a:pPr>
            <a:r>
              <a:rPr lang="en" i="1">
                <a:solidFill>
                  <a:schemeClr val="dk1"/>
                </a:solidFill>
                <a:latin typeface="Hanken Grotesk"/>
                <a:ea typeface="Hanken Grotesk"/>
                <a:cs typeface="Hanken Grotesk"/>
                <a:sym typeface="Hanken Grotesk"/>
              </a:rPr>
              <a:t>Does the severity of an individual’s ASPD traits influence the effect of the modeling?</a:t>
            </a:r>
            <a:endParaRPr i="1">
              <a:solidFill>
                <a:schemeClr val="dk1"/>
              </a:solidFill>
              <a:latin typeface="Hanken Grotesk"/>
              <a:ea typeface="Hanken Grotesk"/>
              <a:cs typeface="Hanken Grotesk"/>
              <a:sym typeface="Hanken Grotesk"/>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35"/>
          <p:cNvSpPr txBox="1">
            <a:spLocks noGrp="1"/>
          </p:cNvSpPr>
          <p:nvPr>
            <p:ph type="title"/>
          </p:nvPr>
        </p:nvSpPr>
        <p:spPr>
          <a:xfrm>
            <a:off x="722376" y="445025"/>
            <a:ext cx="7708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Hypotheses</a:t>
            </a:r>
            <a:endParaRPr/>
          </a:p>
        </p:txBody>
      </p:sp>
      <p:sp>
        <p:nvSpPr>
          <p:cNvPr id="363" name="Google Shape;363;p35"/>
          <p:cNvSpPr txBox="1"/>
          <p:nvPr/>
        </p:nvSpPr>
        <p:spPr>
          <a:xfrm>
            <a:off x="500325" y="1410425"/>
            <a:ext cx="7930500" cy="189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Figtree ExtraBold"/>
                <a:ea typeface="Figtree ExtraBold"/>
                <a:cs typeface="Figtree ExtraBold"/>
                <a:sym typeface="Figtree ExtraBold"/>
              </a:rPr>
              <a:t>#1: </a:t>
            </a:r>
            <a:r>
              <a:rPr lang="en" b="1">
                <a:solidFill>
                  <a:schemeClr val="dk1"/>
                </a:solidFill>
                <a:latin typeface="Hanken Grotesk"/>
                <a:ea typeface="Hanken Grotesk"/>
                <a:cs typeface="Hanken Grotesk"/>
                <a:sym typeface="Hanken Grotesk"/>
              </a:rPr>
              <a:t>Participants exposed to modeled IH will show greater admission of wrongdoing than those in the control condition.</a:t>
            </a:r>
            <a:endParaRPr b="1">
              <a:solidFill>
                <a:schemeClr val="dk1"/>
              </a:solidFill>
              <a:latin typeface="Hanken Grotesk"/>
              <a:ea typeface="Hanken Grotesk"/>
              <a:cs typeface="Hanken Grotesk"/>
              <a:sym typeface="Hanken Grotesk"/>
            </a:endParaRPr>
          </a:p>
          <a:p>
            <a:pPr marL="0" lvl="0" indent="0" algn="l" rtl="0">
              <a:spcBef>
                <a:spcPts val="0"/>
              </a:spcBef>
              <a:spcAft>
                <a:spcPts val="0"/>
              </a:spcAft>
              <a:buNone/>
            </a:pPr>
            <a:endParaRPr b="1">
              <a:solidFill>
                <a:schemeClr val="dk1"/>
              </a:solidFill>
              <a:latin typeface="Hanken Grotesk"/>
              <a:ea typeface="Hanken Grotesk"/>
              <a:cs typeface="Hanken Grotesk"/>
              <a:sym typeface="Hanken Grotesk"/>
            </a:endParaRPr>
          </a:p>
          <a:p>
            <a:pPr marL="0" lvl="0" indent="0" algn="l" rtl="0">
              <a:spcBef>
                <a:spcPts val="0"/>
              </a:spcBef>
              <a:spcAft>
                <a:spcPts val="0"/>
              </a:spcAft>
              <a:buNone/>
            </a:pPr>
            <a:endParaRPr b="1">
              <a:solidFill>
                <a:schemeClr val="dk1"/>
              </a:solidFill>
              <a:latin typeface="Hanken Grotesk"/>
              <a:ea typeface="Hanken Grotesk"/>
              <a:cs typeface="Hanken Grotesk"/>
              <a:sym typeface="Hanken Grotesk"/>
            </a:endParaRPr>
          </a:p>
          <a:p>
            <a:pPr marL="0" lvl="0" indent="0" algn="l" rtl="0">
              <a:spcBef>
                <a:spcPts val="0"/>
              </a:spcBef>
              <a:spcAft>
                <a:spcPts val="0"/>
              </a:spcAft>
              <a:buNone/>
            </a:pPr>
            <a:r>
              <a:rPr lang="en" sz="2000">
                <a:solidFill>
                  <a:schemeClr val="dk1"/>
                </a:solidFill>
                <a:latin typeface="Hanken Grotesk ExtraBold"/>
                <a:ea typeface="Hanken Grotesk ExtraBold"/>
                <a:cs typeface="Hanken Grotesk ExtraBold"/>
                <a:sym typeface="Hanken Grotesk ExtraBold"/>
              </a:rPr>
              <a:t>#2:</a:t>
            </a:r>
            <a:r>
              <a:rPr lang="en" sz="1900" b="1">
                <a:solidFill>
                  <a:schemeClr val="dk1"/>
                </a:solidFill>
                <a:latin typeface="Hanken Grotesk"/>
                <a:ea typeface="Hanken Grotesk"/>
                <a:cs typeface="Hanken Grotesk"/>
                <a:sym typeface="Hanken Grotesk"/>
              </a:rPr>
              <a:t> </a:t>
            </a:r>
            <a:r>
              <a:rPr lang="en" b="1">
                <a:solidFill>
                  <a:schemeClr val="dk1"/>
                </a:solidFill>
                <a:latin typeface="Hanken Grotesk"/>
                <a:ea typeface="Hanken Grotesk"/>
                <a:cs typeface="Hanken Grotesk"/>
                <a:sym typeface="Hanken Grotesk"/>
              </a:rPr>
              <a:t>Participants diagnosed with ASPD will be less likely to admit to wrongdoing than participants without ASPD</a:t>
            </a:r>
            <a:endParaRPr b="1">
              <a:solidFill>
                <a:schemeClr val="dk1"/>
              </a:solidFill>
              <a:latin typeface="Hanken Grotesk"/>
              <a:ea typeface="Hanken Grotesk"/>
              <a:cs typeface="Hanken Grotesk"/>
              <a:sym typeface="Hanken Grotesk"/>
            </a:endParaRPr>
          </a:p>
          <a:p>
            <a:pPr marL="0" lvl="0" indent="0" algn="l" rtl="0">
              <a:spcBef>
                <a:spcPts val="0"/>
              </a:spcBef>
              <a:spcAft>
                <a:spcPts val="0"/>
              </a:spcAft>
              <a:buNone/>
            </a:pPr>
            <a:endParaRPr b="1">
              <a:solidFill>
                <a:schemeClr val="dk1"/>
              </a:solidFill>
              <a:latin typeface="Hanken Grotesk"/>
              <a:ea typeface="Hanken Grotesk"/>
              <a:cs typeface="Hanken Grotesk"/>
              <a:sym typeface="Hanken Grotesk"/>
            </a:endParaRPr>
          </a:p>
          <a:p>
            <a:pPr marL="0" lvl="0" indent="0" algn="l" rtl="0">
              <a:spcBef>
                <a:spcPts val="0"/>
              </a:spcBef>
              <a:spcAft>
                <a:spcPts val="0"/>
              </a:spcAft>
              <a:buNone/>
            </a:pPr>
            <a:endParaRPr b="1">
              <a:solidFill>
                <a:schemeClr val="dk1"/>
              </a:solidFill>
              <a:latin typeface="Hanken Grotesk"/>
              <a:ea typeface="Hanken Grotesk"/>
              <a:cs typeface="Hanken Grotesk"/>
              <a:sym typeface="Hanken Grotesk"/>
            </a:endParaRPr>
          </a:p>
          <a:p>
            <a:pPr marL="0" lvl="0" indent="0" algn="l" rtl="0">
              <a:spcBef>
                <a:spcPts val="0"/>
              </a:spcBef>
              <a:spcAft>
                <a:spcPts val="0"/>
              </a:spcAft>
              <a:buNone/>
            </a:pPr>
            <a:r>
              <a:rPr lang="en" sz="2000">
                <a:solidFill>
                  <a:schemeClr val="dk1"/>
                </a:solidFill>
                <a:latin typeface="Figtree ExtraBold"/>
                <a:ea typeface="Figtree ExtraBold"/>
                <a:cs typeface="Figtree ExtraBold"/>
                <a:sym typeface="Figtree ExtraBold"/>
              </a:rPr>
              <a:t>#3: </a:t>
            </a:r>
            <a:r>
              <a:rPr lang="en" b="1">
                <a:solidFill>
                  <a:schemeClr val="dk1"/>
                </a:solidFill>
                <a:latin typeface="Hanken Grotesk"/>
                <a:ea typeface="Hanken Grotesk"/>
                <a:cs typeface="Hanken Grotesk"/>
                <a:sym typeface="Hanken Grotesk"/>
              </a:rPr>
              <a:t>The effect of IH manipulation on admission of wrongdoing will differ depending on the participants’ diagnosis of ASPD</a:t>
            </a:r>
            <a:endParaRPr b="1">
              <a:solidFill>
                <a:schemeClr val="dk1"/>
              </a:solidFill>
              <a:latin typeface="Hanken Grotesk"/>
              <a:ea typeface="Hanken Grotesk"/>
              <a:cs typeface="Hanken Grotesk"/>
              <a:sym typeface="Hanken Grotesk"/>
            </a:endParaRPr>
          </a:p>
          <a:p>
            <a:pPr marL="0" lvl="0" indent="0" algn="l" rtl="0">
              <a:spcBef>
                <a:spcPts val="0"/>
              </a:spcBef>
              <a:spcAft>
                <a:spcPts val="0"/>
              </a:spcAft>
              <a:buNone/>
            </a:pPr>
            <a:endParaRPr b="1">
              <a:solidFill>
                <a:schemeClr val="dk1"/>
              </a:solidFill>
              <a:latin typeface="Hanken Grotesk"/>
              <a:ea typeface="Hanken Grotesk"/>
              <a:cs typeface="Hanken Grotesk"/>
              <a:sym typeface="Hanken Grotesk"/>
            </a:endParaRPr>
          </a:p>
          <a:p>
            <a:pPr marL="0" lvl="0" indent="0" algn="l" rtl="0">
              <a:spcBef>
                <a:spcPts val="0"/>
              </a:spcBef>
              <a:spcAft>
                <a:spcPts val="0"/>
              </a:spcAft>
              <a:buNone/>
            </a:pPr>
            <a:endParaRPr b="1">
              <a:solidFill>
                <a:schemeClr val="dk1"/>
              </a:solidFill>
              <a:latin typeface="Hanken Grotesk"/>
              <a:ea typeface="Hanken Grotesk"/>
              <a:cs typeface="Hanken Grotesk"/>
              <a:sym typeface="Hanken Grotesk"/>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36"/>
          <p:cNvSpPr/>
          <p:nvPr/>
        </p:nvSpPr>
        <p:spPr>
          <a:xfrm>
            <a:off x="2593875" y="3526538"/>
            <a:ext cx="516300" cy="5163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36"/>
          <p:cNvSpPr/>
          <p:nvPr/>
        </p:nvSpPr>
        <p:spPr>
          <a:xfrm>
            <a:off x="1984275" y="2381975"/>
            <a:ext cx="516300" cy="5163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36"/>
          <p:cNvSpPr/>
          <p:nvPr/>
        </p:nvSpPr>
        <p:spPr>
          <a:xfrm>
            <a:off x="1374675" y="1209225"/>
            <a:ext cx="516300" cy="5163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3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3. Study Design - IV/DV</a:t>
            </a:r>
            <a:endParaRPr/>
          </a:p>
        </p:txBody>
      </p:sp>
      <p:sp>
        <p:nvSpPr>
          <p:cNvPr id="372" name="Google Shape;372;p36"/>
          <p:cNvSpPr txBox="1">
            <a:spLocks noGrp="1"/>
          </p:cNvSpPr>
          <p:nvPr>
            <p:ph type="subTitle" idx="1"/>
          </p:nvPr>
        </p:nvSpPr>
        <p:spPr>
          <a:xfrm>
            <a:off x="2032350" y="1565625"/>
            <a:ext cx="4876800" cy="52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Level  1:  Manipulated  Positive </a:t>
            </a:r>
            <a:endParaRPr/>
          </a:p>
          <a:p>
            <a:pPr marL="0" lvl="0" indent="0" algn="l" rtl="0">
              <a:spcBef>
                <a:spcPts val="0"/>
              </a:spcBef>
              <a:spcAft>
                <a:spcPts val="0"/>
              </a:spcAft>
              <a:buNone/>
            </a:pPr>
            <a:r>
              <a:rPr lang="en"/>
              <a:t>Level  2:  Control  (no  modeling)</a:t>
            </a:r>
            <a:endParaRPr/>
          </a:p>
        </p:txBody>
      </p:sp>
      <p:sp>
        <p:nvSpPr>
          <p:cNvPr id="373" name="Google Shape;373;p36"/>
          <p:cNvSpPr txBox="1">
            <a:spLocks noGrp="1"/>
          </p:cNvSpPr>
          <p:nvPr>
            <p:ph type="subTitle" idx="2"/>
          </p:nvPr>
        </p:nvSpPr>
        <p:spPr>
          <a:xfrm>
            <a:off x="2641957" y="2723563"/>
            <a:ext cx="4876800" cy="52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Level  1:  Participants  with  a  clinical  diagnosis  of  ASPD</a:t>
            </a:r>
            <a:endParaRPr/>
          </a:p>
          <a:p>
            <a:pPr marL="0" lvl="0" indent="0" algn="l" rtl="0">
              <a:spcBef>
                <a:spcPts val="0"/>
              </a:spcBef>
              <a:spcAft>
                <a:spcPts val="0"/>
              </a:spcAft>
              <a:buNone/>
            </a:pPr>
            <a:r>
              <a:rPr lang="en"/>
              <a:t>Level  2:  Control  -&gt;  Participants  with  no ASPD  diagnosis</a:t>
            </a:r>
            <a:endParaRPr/>
          </a:p>
        </p:txBody>
      </p:sp>
      <p:sp>
        <p:nvSpPr>
          <p:cNvPr id="374" name="Google Shape;374;p36"/>
          <p:cNvSpPr txBox="1">
            <a:spLocks noGrp="1"/>
          </p:cNvSpPr>
          <p:nvPr>
            <p:ph type="subTitle" idx="3"/>
          </p:nvPr>
        </p:nvSpPr>
        <p:spPr>
          <a:xfrm>
            <a:off x="3251557" y="3881500"/>
            <a:ext cx="4876800" cy="52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Self-reported  measures  of  wrongdoing  and  intellectual  humility</a:t>
            </a:r>
            <a:endParaRPr/>
          </a:p>
        </p:txBody>
      </p:sp>
      <p:sp>
        <p:nvSpPr>
          <p:cNvPr id="375" name="Google Shape;375;p36"/>
          <p:cNvSpPr txBox="1">
            <a:spLocks noGrp="1"/>
          </p:cNvSpPr>
          <p:nvPr>
            <p:ph type="subTitle" idx="4"/>
          </p:nvPr>
        </p:nvSpPr>
        <p:spPr>
          <a:xfrm>
            <a:off x="2032349" y="1253625"/>
            <a:ext cx="6203689" cy="427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IV 1: Intellectual Humility (Modeling Behavior)</a:t>
            </a:r>
            <a:endParaRPr dirty="0"/>
          </a:p>
        </p:txBody>
      </p:sp>
      <p:sp>
        <p:nvSpPr>
          <p:cNvPr id="376" name="Google Shape;376;p36"/>
          <p:cNvSpPr txBox="1">
            <a:spLocks noGrp="1"/>
          </p:cNvSpPr>
          <p:nvPr>
            <p:ph type="subTitle" idx="5"/>
          </p:nvPr>
        </p:nvSpPr>
        <p:spPr>
          <a:xfrm>
            <a:off x="2641950" y="2412275"/>
            <a:ext cx="4876800" cy="427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IV 2: Antisocial Personality Disorder</a:t>
            </a:r>
            <a:endParaRPr/>
          </a:p>
        </p:txBody>
      </p:sp>
      <p:sp>
        <p:nvSpPr>
          <p:cNvPr id="377" name="Google Shape;377;p36"/>
          <p:cNvSpPr txBox="1">
            <a:spLocks noGrp="1"/>
          </p:cNvSpPr>
          <p:nvPr>
            <p:ph type="subTitle" idx="6"/>
          </p:nvPr>
        </p:nvSpPr>
        <p:spPr>
          <a:xfrm>
            <a:off x="3251550" y="3570925"/>
            <a:ext cx="4876800" cy="427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DV: Admission of wrongdoing</a:t>
            </a:r>
            <a:endParaRPr/>
          </a:p>
        </p:txBody>
      </p:sp>
      <p:grpSp>
        <p:nvGrpSpPr>
          <p:cNvPr id="378" name="Google Shape;378;p36"/>
          <p:cNvGrpSpPr/>
          <p:nvPr/>
        </p:nvGrpSpPr>
        <p:grpSpPr>
          <a:xfrm>
            <a:off x="2103113" y="2467625"/>
            <a:ext cx="278600" cy="345000"/>
            <a:chOff x="2532463" y="3657550"/>
            <a:chExt cx="278600" cy="345000"/>
          </a:xfrm>
        </p:grpSpPr>
        <p:sp>
          <p:nvSpPr>
            <p:cNvPr id="379" name="Google Shape;379;p36"/>
            <p:cNvSpPr/>
            <p:nvPr/>
          </p:nvSpPr>
          <p:spPr>
            <a:xfrm>
              <a:off x="2752363" y="3666025"/>
              <a:ext cx="14875" cy="284225"/>
            </a:xfrm>
            <a:custGeom>
              <a:avLst/>
              <a:gdLst/>
              <a:ahLst/>
              <a:cxnLst/>
              <a:rect l="l" t="t" r="r" b="b"/>
              <a:pathLst>
                <a:path w="595" h="11369" extrusionOk="0">
                  <a:moveTo>
                    <a:pt x="0" y="0"/>
                  </a:moveTo>
                  <a:lnTo>
                    <a:pt x="0" y="11369"/>
                  </a:lnTo>
                  <a:lnTo>
                    <a:pt x="595" y="11369"/>
                  </a:lnTo>
                  <a:lnTo>
                    <a:pt x="595"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36"/>
            <p:cNvSpPr/>
            <p:nvPr/>
          </p:nvSpPr>
          <p:spPr>
            <a:xfrm>
              <a:off x="2708538" y="3666025"/>
              <a:ext cx="14875" cy="284225"/>
            </a:xfrm>
            <a:custGeom>
              <a:avLst/>
              <a:gdLst/>
              <a:ahLst/>
              <a:cxnLst/>
              <a:rect l="l" t="t" r="r" b="b"/>
              <a:pathLst>
                <a:path w="595" h="11369" extrusionOk="0">
                  <a:moveTo>
                    <a:pt x="0" y="0"/>
                  </a:moveTo>
                  <a:lnTo>
                    <a:pt x="0" y="11369"/>
                  </a:lnTo>
                  <a:lnTo>
                    <a:pt x="595" y="11369"/>
                  </a:lnTo>
                  <a:lnTo>
                    <a:pt x="595"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36"/>
            <p:cNvSpPr/>
            <p:nvPr/>
          </p:nvSpPr>
          <p:spPr>
            <a:xfrm>
              <a:off x="2598588" y="3950225"/>
              <a:ext cx="58725" cy="52325"/>
            </a:xfrm>
            <a:custGeom>
              <a:avLst/>
              <a:gdLst/>
              <a:ahLst/>
              <a:cxnLst/>
              <a:rect l="l" t="t" r="r" b="b"/>
              <a:pathLst>
                <a:path w="2349" h="2093" extrusionOk="0">
                  <a:moveTo>
                    <a:pt x="1" y="1"/>
                  </a:moveTo>
                  <a:lnTo>
                    <a:pt x="1" y="1795"/>
                  </a:lnTo>
                  <a:cubicBezTo>
                    <a:pt x="1" y="1918"/>
                    <a:pt x="83" y="2051"/>
                    <a:pt x="216" y="2051"/>
                  </a:cubicBezTo>
                  <a:cubicBezTo>
                    <a:pt x="257" y="2072"/>
                    <a:pt x="288" y="2082"/>
                    <a:pt x="313" y="2082"/>
                  </a:cubicBezTo>
                  <a:cubicBezTo>
                    <a:pt x="339" y="2082"/>
                    <a:pt x="359" y="2072"/>
                    <a:pt x="380" y="2051"/>
                  </a:cubicBezTo>
                  <a:lnTo>
                    <a:pt x="1200" y="1836"/>
                  </a:lnTo>
                  <a:lnTo>
                    <a:pt x="1969" y="2051"/>
                  </a:lnTo>
                  <a:cubicBezTo>
                    <a:pt x="2010" y="2092"/>
                    <a:pt x="2010" y="2092"/>
                    <a:pt x="2051" y="2092"/>
                  </a:cubicBezTo>
                  <a:cubicBezTo>
                    <a:pt x="2133" y="2092"/>
                    <a:pt x="2266" y="2051"/>
                    <a:pt x="2307" y="1918"/>
                  </a:cubicBezTo>
                  <a:cubicBezTo>
                    <a:pt x="2348" y="1877"/>
                    <a:pt x="2348" y="1836"/>
                    <a:pt x="2348" y="1795"/>
                  </a:cubicBezTo>
                  <a:lnTo>
                    <a:pt x="2348" y="1"/>
                  </a:lnTo>
                  <a:lnTo>
                    <a:pt x="1754" y="1"/>
                  </a:lnTo>
                  <a:lnTo>
                    <a:pt x="1754" y="1405"/>
                  </a:lnTo>
                  <a:lnTo>
                    <a:pt x="1241" y="1231"/>
                  </a:lnTo>
                  <a:lnTo>
                    <a:pt x="1108" y="1231"/>
                  </a:lnTo>
                  <a:lnTo>
                    <a:pt x="595" y="1405"/>
                  </a:lnTo>
                  <a:lnTo>
                    <a:pt x="595" y="1"/>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36"/>
            <p:cNvSpPr/>
            <p:nvPr/>
          </p:nvSpPr>
          <p:spPr>
            <a:xfrm>
              <a:off x="2532463" y="3657550"/>
              <a:ext cx="278600" cy="300150"/>
            </a:xfrm>
            <a:custGeom>
              <a:avLst/>
              <a:gdLst/>
              <a:ahLst/>
              <a:cxnLst/>
              <a:rect l="l" t="t" r="r" b="b"/>
              <a:pathLst>
                <a:path w="11144" h="12006" extrusionOk="0">
                  <a:moveTo>
                    <a:pt x="9606" y="595"/>
                  </a:moveTo>
                  <a:cubicBezTo>
                    <a:pt x="10119" y="595"/>
                    <a:pt x="10549" y="1026"/>
                    <a:pt x="10549" y="1539"/>
                  </a:cubicBezTo>
                  <a:lnTo>
                    <a:pt x="10549" y="10509"/>
                  </a:lnTo>
                  <a:cubicBezTo>
                    <a:pt x="10549" y="11021"/>
                    <a:pt x="10119" y="11400"/>
                    <a:pt x="9606" y="11400"/>
                  </a:cubicBezTo>
                  <a:lnTo>
                    <a:pt x="2000" y="11400"/>
                  </a:lnTo>
                  <a:cubicBezTo>
                    <a:pt x="1702" y="11400"/>
                    <a:pt x="1487" y="11195"/>
                    <a:pt x="1487" y="10888"/>
                  </a:cubicBezTo>
                  <a:lnTo>
                    <a:pt x="1487" y="10252"/>
                  </a:lnTo>
                  <a:lnTo>
                    <a:pt x="2051" y="10252"/>
                  </a:lnTo>
                  <a:cubicBezTo>
                    <a:pt x="2215" y="10252"/>
                    <a:pt x="2348" y="10170"/>
                    <a:pt x="2389" y="9996"/>
                  </a:cubicBezTo>
                  <a:cubicBezTo>
                    <a:pt x="2389" y="9822"/>
                    <a:pt x="2256" y="9658"/>
                    <a:pt x="2092" y="9658"/>
                  </a:cubicBezTo>
                  <a:lnTo>
                    <a:pt x="1487" y="9658"/>
                  </a:lnTo>
                  <a:lnTo>
                    <a:pt x="1487" y="7648"/>
                  </a:lnTo>
                  <a:lnTo>
                    <a:pt x="2051" y="7648"/>
                  </a:lnTo>
                  <a:cubicBezTo>
                    <a:pt x="2215" y="7648"/>
                    <a:pt x="2348" y="7556"/>
                    <a:pt x="2389" y="7392"/>
                  </a:cubicBezTo>
                  <a:cubicBezTo>
                    <a:pt x="2389" y="7218"/>
                    <a:pt x="2256" y="7044"/>
                    <a:pt x="2092" y="7044"/>
                  </a:cubicBezTo>
                  <a:lnTo>
                    <a:pt x="1487" y="7044"/>
                  </a:lnTo>
                  <a:lnTo>
                    <a:pt x="1487" y="4993"/>
                  </a:lnTo>
                  <a:lnTo>
                    <a:pt x="2051" y="4993"/>
                  </a:lnTo>
                  <a:cubicBezTo>
                    <a:pt x="2215" y="4993"/>
                    <a:pt x="2348" y="4911"/>
                    <a:pt x="2389" y="4788"/>
                  </a:cubicBezTo>
                  <a:cubicBezTo>
                    <a:pt x="2389" y="4573"/>
                    <a:pt x="2256" y="4440"/>
                    <a:pt x="2092" y="4440"/>
                  </a:cubicBezTo>
                  <a:lnTo>
                    <a:pt x="1487" y="4440"/>
                  </a:lnTo>
                  <a:lnTo>
                    <a:pt x="1487" y="2389"/>
                  </a:lnTo>
                  <a:lnTo>
                    <a:pt x="2051" y="2389"/>
                  </a:lnTo>
                  <a:cubicBezTo>
                    <a:pt x="2215" y="2389"/>
                    <a:pt x="2348" y="2307"/>
                    <a:pt x="2389" y="2133"/>
                  </a:cubicBezTo>
                  <a:cubicBezTo>
                    <a:pt x="2389" y="1969"/>
                    <a:pt x="2256" y="1795"/>
                    <a:pt x="2092" y="1795"/>
                  </a:cubicBezTo>
                  <a:lnTo>
                    <a:pt x="1487" y="1795"/>
                  </a:lnTo>
                  <a:lnTo>
                    <a:pt x="1487" y="1108"/>
                  </a:lnTo>
                  <a:cubicBezTo>
                    <a:pt x="1487" y="811"/>
                    <a:pt x="1702" y="595"/>
                    <a:pt x="2000" y="595"/>
                  </a:cubicBezTo>
                  <a:close/>
                  <a:moveTo>
                    <a:pt x="2000" y="1"/>
                  </a:moveTo>
                  <a:cubicBezTo>
                    <a:pt x="1405" y="1"/>
                    <a:pt x="893" y="513"/>
                    <a:pt x="893" y="1108"/>
                  </a:cubicBezTo>
                  <a:lnTo>
                    <a:pt x="893" y="1795"/>
                  </a:lnTo>
                  <a:lnTo>
                    <a:pt x="339" y="1795"/>
                  </a:lnTo>
                  <a:cubicBezTo>
                    <a:pt x="165" y="1795"/>
                    <a:pt x="42" y="1918"/>
                    <a:pt x="42" y="2051"/>
                  </a:cubicBezTo>
                  <a:cubicBezTo>
                    <a:pt x="1" y="2266"/>
                    <a:pt x="165" y="2389"/>
                    <a:pt x="339" y="2389"/>
                  </a:cubicBezTo>
                  <a:lnTo>
                    <a:pt x="893" y="2389"/>
                  </a:lnTo>
                  <a:lnTo>
                    <a:pt x="893" y="4440"/>
                  </a:lnTo>
                  <a:lnTo>
                    <a:pt x="339" y="4440"/>
                  </a:lnTo>
                  <a:cubicBezTo>
                    <a:pt x="165" y="4440"/>
                    <a:pt x="42" y="4532"/>
                    <a:pt x="42" y="4655"/>
                  </a:cubicBezTo>
                  <a:cubicBezTo>
                    <a:pt x="1" y="4870"/>
                    <a:pt x="165" y="4993"/>
                    <a:pt x="339" y="4993"/>
                  </a:cubicBezTo>
                  <a:lnTo>
                    <a:pt x="893" y="4993"/>
                  </a:lnTo>
                  <a:lnTo>
                    <a:pt x="893" y="7044"/>
                  </a:lnTo>
                  <a:lnTo>
                    <a:pt x="339" y="7044"/>
                  </a:lnTo>
                  <a:cubicBezTo>
                    <a:pt x="165" y="7044"/>
                    <a:pt x="42" y="7177"/>
                    <a:pt x="42" y="7300"/>
                  </a:cubicBezTo>
                  <a:cubicBezTo>
                    <a:pt x="1" y="7474"/>
                    <a:pt x="165" y="7648"/>
                    <a:pt x="339" y="7648"/>
                  </a:cubicBezTo>
                  <a:lnTo>
                    <a:pt x="893" y="7648"/>
                  </a:lnTo>
                  <a:lnTo>
                    <a:pt x="893" y="9658"/>
                  </a:lnTo>
                  <a:lnTo>
                    <a:pt x="339" y="9658"/>
                  </a:lnTo>
                  <a:cubicBezTo>
                    <a:pt x="165" y="9658"/>
                    <a:pt x="42" y="9781"/>
                    <a:pt x="42" y="9914"/>
                  </a:cubicBezTo>
                  <a:cubicBezTo>
                    <a:pt x="1" y="10078"/>
                    <a:pt x="165" y="10252"/>
                    <a:pt x="339" y="10252"/>
                  </a:cubicBezTo>
                  <a:lnTo>
                    <a:pt x="893" y="10252"/>
                  </a:lnTo>
                  <a:lnTo>
                    <a:pt x="893" y="10888"/>
                  </a:lnTo>
                  <a:cubicBezTo>
                    <a:pt x="893" y="11534"/>
                    <a:pt x="1405" y="12005"/>
                    <a:pt x="2000" y="12005"/>
                  </a:cubicBezTo>
                  <a:lnTo>
                    <a:pt x="9606" y="12005"/>
                  </a:lnTo>
                  <a:cubicBezTo>
                    <a:pt x="10457" y="12005"/>
                    <a:pt x="11144" y="11318"/>
                    <a:pt x="11144" y="10509"/>
                  </a:cubicBezTo>
                  <a:lnTo>
                    <a:pt x="11144" y="1539"/>
                  </a:lnTo>
                  <a:cubicBezTo>
                    <a:pt x="11144" y="688"/>
                    <a:pt x="10457" y="1"/>
                    <a:pt x="9606"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36"/>
            <p:cNvSpPr/>
            <p:nvPr/>
          </p:nvSpPr>
          <p:spPr>
            <a:xfrm>
              <a:off x="2619863" y="3702400"/>
              <a:ext cx="60000" cy="14900"/>
            </a:xfrm>
            <a:custGeom>
              <a:avLst/>
              <a:gdLst/>
              <a:ahLst/>
              <a:cxnLst/>
              <a:rect l="l" t="t" r="r" b="b"/>
              <a:pathLst>
                <a:path w="2400" h="596" extrusionOk="0">
                  <a:moveTo>
                    <a:pt x="349" y="1"/>
                  </a:moveTo>
                  <a:cubicBezTo>
                    <a:pt x="134" y="1"/>
                    <a:pt x="0" y="175"/>
                    <a:pt x="41" y="339"/>
                  </a:cubicBezTo>
                  <a:cubicBezTo>
                    <a:pt x="41" y="513"/>
                    <a:pt x="175" y="595"/>
                    <a:pt x="349" y="595"/>
                  </a:cubicBezTo>
                  <a:lnTo>
                    <a:pt x="2092" y="595"/>
                  </a:lnTo>
                  <a:cubicBezTo>
                    <a:pt x="2266" y="595"/>
                    <a:pt x="2399" y="472"/>
                    <a:pt x="2348" y="257"/>
                  </a:cubicBezTo>
                  <a:cubicBezTo>
                    <a:pt x="2348" y="124"/>
                    <a:pt x="2225" y="1"/>
                    <a:pt x="2051"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36"/>
            <p:cNvSpPr/>
            <p:nvPr/>
          </p:nvSpPr>
          <p:spPr>
            <a:xfrm>
              <a:off x="2619863" y="3746225"/>
              <a:ext cx="38475" cy="14900"/>
            </a:xfrm>
            <a:custGeom>
              <a:avLst/>
              <a:gdLst/>
              <a:ahLst/>
              <a:cxnLst/>
              <a:rect l="l" t="t" r="r" b="b"/>
              <a:pathLst>
                <a:path w="1539" h="596" extrusionOk="0">
                  <a:moveTo>
                    <a:pt x="349" y="1"/>
                  </a:moveTo>
                  <a:cubicBezTo>
                    <a:pt x="134" y="1"/>
                    <a:pt x="0" y="165"/>
                    <a:pt x="41" y="339"/>
                  </a:cubicBezTo>
                  <a:cubicBezTo>
                    <a:pt x="41" y="513"/>
                    <a:pt x="175" y="595"/>
                    <a:pt x="349" y="595"/>
                  </a:cubicBezTo>
                  <a:lnTo>
                    <a:pt x="1200" y="595"/>
                  </a:lnTo>
                  <a:cubicBezTo>
                    <a:pt x="1374" y="595"/>
                    <a:pt x="1538" y="421"/>
                    <a:pt x="1497" y="257"/>
                  </a:cubicBezTo>
                  <a:cubicBezTo>
                    <a:pt x="1456" y="124"/>
                    <a:pt x="1323" y="1"/>
                    <a:pt x="1200"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5" name="Google Shape;385;p36"/>
          <p:cNvGrpSpPr/>
          <p:nvPr/>
        </p:nvGrpSpPr>
        <p:grpSpPr>
          <a:xfrm>
            <a:off x="1460838" y="1295038"/>
            <a:ext cx="343950" cy="344675"/>
            <a:chOff x="2509913" y="2520475"/>
            <a:chExt cx="343950" cy="344675"/>
          </a:xfrm>
        </p:grpSpPr>
        <p:sp>
          <p:nvSpPr>
            <p:cNvPr id="386" name="Google Shape;386;p36"/>
            <p:cNvSpPr/>
            <p:nvPr/>
          </p:nvSpPr>
          <p:spPr>
            <a:xfrm>
              <a:off x="2509913" y="2608825"/>
              <a:ext cx="343950" cy="256325"/>
            </a:xfrm>
            <a:custGeom>
              <a:avLst/>
              <a:gdLst/>
              <a:ahLst/>
              <a:cxnLst/>
              <a:rect l="l" t="t" r="r" b="b"/>
              <a:pathLst>
                <a:path w="13758" h="10253" extrusionOk="0">
                  <a:moveTo>
                    <a:pt x="5126" y="8674"/>
                  </a:moveTo>
                  <a:cubicBezTo>
                    <a:pt x="5557" y="8674"/>
                    <a:pt x="5977" y="8848"/>
                    <a:pt x="6326" y="9104"/>
                  </a:cubicBezTo>
                  <a:cubicBezTo>
                    <a:pt x="6233" y="9145"/>
                    <a:pt x="6192" y="9145"/>
                    <a:pt x="6151" y="9186"/>
                  </a:cubicBezTo>
                  <a:cubicBezTo>
                    <a:pt x="5977" y="9319"/>
                    <a:pt x="5854" y="9484"/>
                    <a:pt x="5772" y="9658"/>
                  </a:cubicBezTo>
                  <a:lnTo>
                    <a:pt x="554" y="9658"/>
                  </a:lnTo>
                  <a:lnTo>
                    <a:pt x="554" y="8674"/>
                  </a:lnTo>
                  <a:close/>
                  <a:moveTo>
                    <a:pt x="13153" y="8674"/>
                  </a:moveTo>
                  <a:lnTo>
                    <a:pt x="13153" y="9658"/>
                  </a:lnTo>
                  <a:lnTo>
                    <a:pt x="7945" y="9658"/>
                  </a:lnTo>
                  <a:cubicBezTo>
                    <a:pt x="7822" y="9401"/>
                    <a:pt x="7648" y="9227"/>
                    <a:pt x="7392" y="9104"/>
                  </a:cubicBezTo>
                  <a:cubicBezTo>
                    <a:pt x="7730" y="8848"/>
                    <a:pt x="8161" y="8674"/>
                    <a:pt x="8591" y="8674"/>
                  </a:cubicBezTo>
                  <a:close/>
                  <a:moveTo>
                    <a:pt x="298" y="1"/>
                  </a:moveTo>
                  <a:cubicBezTo>
                    <a:pt x="134" y="1"/>
                    <a:pt x="1" y="134"/>
                    <a:pt x="1" y="298"/>
                  </a:cubicBezTo>
                  <a:lnTo>
                    <a:pt x="1" y="8417"/>
                  </a:lnTo>
                  <a:lnTo>
                    <a:pt x="1" y="9955"/>
                  </a:lnTo>
                  <a:cubicBezTo>
                    <a:pt x="1" y="10129"/>
                    <a:pt x="134" y="10252"/>
                    <a:pt x="298" y="10252"/>
                  </a:cubicBezTo>
                  <a:lnTo>
                    <a:pt x="6028" y="10252"/>
                  </a:lnTo>
                  <a:cubicBezTo>
                    <a:pt x="6151" y="10252"/>
                    <a:pt x="6233" y="10170"/>
                    <a:pt x="6285" y="10037"/>
                  </a:cubicBezTo>
                  <a:lnTo>
                    <a:pt x="6326" y="9996"/>
                  </a:lnTo>
                  <a:cubicBezTo>
                    <a:pt x="6367" y="9873"/>
                    <a:pt x="6408" y="9740"/>
                    <a:pt x="6541" y="9699"/>
                  </a:cubicBezTo>
                  <a:cubicBezTo>
                    <a:pt x="6623" y="9617"/>
                    <a:pt x="6746" y="9576"/>
                    <a:pt x="6879" y="9576"/>
                  </a:cubicBezTo>
                  <a:cubicBezTo>
                    <a:pt x="6961" y="9576"/>
                    <a:pt x="7002" y="9576"/>
                    <a:pt x="7054" y="9617"/>
                  </a:cubicBezTo>
                  <a:cubicBezTo>
                    <a:pt x="7259" y="9658"/>
                    <a:pt x="7392" y="9781"/>
                    <a:pt x="7474" y="9996"/>
                  </a:cubicBezTo>
                  <a:lnTo>
                    <a:pt x="7474" y="10037"/>
                  </a:lnTo>
                  <a:cubicBezTo>
                    <a:pt x="7515" y="10170"/>
                    <a:pt x="7648" y="10252"/>
                    <a:pt x="7771" y="10252"/>
                  </a:cubicBezTo>
                  <a:lnTo>
                    <a:pt x="13461" y="10252"/>
                  </a:lnTo>
                  <a:cubicBezTo>
                    <a:pt x="13625" y="10252"/>
                    <a:pt x="13758" y="10129"/>
                    <a:pt x="13758" y="9955"/>
                  </a:cubicBezTo>
                  <a:lnTo>
                    <a:pt x="13758" y="8376"/>
                  </a:lnTo>
                  <a:lnTo>
                    <a:pt x="13758" y="8161"/>
                  </a:lnTo>
                  <a:lnTo>
                    <a:pt x="13758" y="298"/>
                  </a:lnTo>
                  <a:cubicBezTo>
                    <a:pt x="13758" y="134"/>
                    <a:pt x="13625" y="1"/>
                    <a:pt x="13461" y="1"/>
                  </a:cubicBezTo>
                  <a:lnTo>
                    <a:pt x="9698" y="1"/>
                  </a:lnTo>
                  <a:lnTo>
                    <a:pt x="9698" y="606"/>
                  </a:lnTo>
                  <a:lnTo>
                    <a:pt x="13153" y="606"/>
                  </a:lnTo>
                  <a:lnTo>
                    <a:pt x="13153" y="8079"/>
                  </a:lnTo>
                  <a:lnTo>
                    <a:pt x="8591" y="8079"/>
                  </a:lnTo>
                  <a:cubicBezTo>
                    <a:pt x="8079" y="8079"/>
                    <a:pt x="7566" y="8243"/>
                    <a:pt x="7136" y="8551"/>
                  </a:cubicBezTo>
                  <a:lnTo>
                    <a:pt x="7136" y="3374"/>
                  </a:lnTo>
                  <a:lnTo>
                    <a:pt x="6582" y="3374"/>
                  </a:lnTo>
                  <a:lnTo>
                    <a:pt x="6582" y="8551"/>
                  </a:lnTo>
                  <a:cubicBezTo>
                    <a:pt x="6151" y="8243"/>
                    <a:pt x="5639" y="8079"/>
                    <a:pt x="5085" y="8079"/>
                  </a:cubicBezTo>
                  <a:lnTo>
                    <a:pt x="554" y="8079"/>
                  </a:lnTo>
                  <a:lnTo>
                    <a:pt x="554" y="606"/>
                  </a:lnTo>
                  <a:lnTo>
                    <a:pt x="4019" y="606"/>
                  </a:lnTo>
                  <a:lnTo>
                    <a:pt x="4019" y="1"/>
                  </a:ln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36"/>
            <p:cNvSpPr/>
            <p:nvPr/>
          </p:nvSpPr>
          <p:spPr>
            <a:xfrm>
              <a:off x="2744938" y="2658050"/>
              <a:ext cx="65100" cy="14875"/>
            </a:xfrm>
            <a:custGeom>
              <a:avLst/>
              <a:gdLst/>
              <a:ahLst/>
              <a:cxnLst/>
              <a:rect l="l" t="t" r="r" b="b"/>
              <a:pathLst>
                <a:path w="2604" h="595" extrusionOk="0">
                  <a:moveTo>
                    <a:pt x="297" y="0"/>
                  </a:moveTo>
                  <a:cubicBezTo>
                    <a:pt x="123" y="0"/>
                    <a:pt x="0" y="123"/>
                    <a:pt x="0" y="338"/>
                  </a:cubicBezTo>
                  <a:cubicBezTo>
                    <a:pt x="41" y="472"/>
                    <a:pt x="164" y="595"/>
                    <a:pt x="297" y="595"/>
                  </a:cubicBezTo>
                  <a:lnTo>
                    <a:pt x="2266" y="595"/>
                  </a:lnTo>
                  <a:cubicBezTo>
                    <a:pt x="2471" y="595"/>
                    <a:pt x="2604" y="431"/>
                    <a:pt x="2563" y="256"/>
                  </a:cubicBezTo>
                  <a:cubicBezTo>
                    <a:pt x="2563" y="82"/>
                    <a:pt x="2430" y="0"/>
                    <a:pt x="2266"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36"/>
            <p:cNvSpPr/>
            <p:nvPr/>
          </p:nvSpPr>
          <p:spPr>
            <a:xfrm>
              <a:off x="2553738" y="2658050"/>
              <a:ext cx="65125" cy="14875"/>
            </a:xfrm>
            <a:custGeom>
              <a:avLst/>
              <a:gdLst/>
              <a:ahLst/>
              <a:cxnLst/>
              <a:rect l="l" t="t" r="r" b="b"/>
              <a:pathLst>
                <a:path w="2605" h="595" extrusionOk="0">
                  <a:moveTo>
                    <a:pt x="298" y="0"/>
                  </a:moveTo>
                  <a:cubicBezTo>
                    <a:pt x="124" y="0"/>
                    <a:pt x="1" y="123"/>
                    <a:pt x="1" y="338"/>
                  </a:cubicBezTo>
                  <a:cubicBezTo>
                    <a:pt x="42" y="472"/>
                    <a:pt x="175" y="595"/>
                    <a:pt x="298" y="595"/>
                  </a:cubicBezTo>
                  <a:lnTo>
                    <a:pt x="2266" y="595"/>
                  </a:lnTo>
                  <a:cubicBezTo>
                    <a:pt x="2430" y="595"/>
                    <a:pt x="2604" y="431"/>
                    <a:pt x="2563" y="256"/>
                  </a:cubicBezTo>
                  <a:cubicBezTo>
                    <a:pt x="2522" y="82"/>
                    <a:pt x="2389" y="0"/>
                    <a:pt x="2266"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36"/>
            <p:cNvSpPr/>
            <p:nvPr/>
          </p:nvSpPr>
          <p:spPr>
            <a:xfrm>
              <a:off x="2553738" y="2707250"/>
              <a:ext cx="91775" cy="14900"/>
            </a:xfrm>
            <a:custGeom>
              <a:avLst/>
              <a:gdLst/>
              <a:ahLst/>
              <a:cxnLst/>
              <a:rect l="l" t="t" r="r" b="b"/>
              <a:pathLst>
                <a:path w="3671" h="596" extrusionOk="0">
                  <a:moveTo>
                    <a:pt x="298" y="0"/>
                  </a:moveTo>
                  <a:cubicBezTo>
                    <a:pt x="124" y="0"/>
                    <a:pt x="1" y="165"/>
                    <a:pt x="1" y="339"/>
                  </a:cubicBezTo>
                  <a:cubicBezTo>
                    <a:pt x="42" y="513"/>
                    <a:pt x="175" y="595"/>
                    <a:pt x="298" y="595"/>
                  </a:cubicBezTo>
                  <a:lnTo>
                    <a:pt x="3373" y="595"/>
                  </a:lnTo>
                  <a:cubicBezTo>
                    <a:pt x="3548" y="595"/>
                    <a:pt x="3671" y="421"/>
                    <a:pt x="3671" y="257"/>
                  </a:cubicBezTo>
                  <a:cubicBezTo>
                    <a:pt x="3630" y="123"/>
                    <a:pt x="3507" y="0"/>
                    <a:pt x="3373"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36"/>
            <p:cNvSpPr/>
            <p:nvPr/>
          </p:nvSpPr>
          <p:spPr>
            <a:xfrm>
              <a:off x="2564513" y="2756200"/>
              <a:ext cx="81000" cy="15150"/>
            </a:xfrm>
            <a:custGeom>
              <a:avLst/>
              <a:gdLst/>
              <a:ahLst/>
              <a:cxnLst/>
              <a:rect l="l" t="t" r="r" b="b"/>
              <a:pathLst>
                <a:path w="3240" h="606" extrusionOk="0">
                  <a:moveTo>
                    <a:pt x="297" y="1"/>
                  </a:moveTo>
                  <a:cubicBezTo>
                    <a:pt x="123" y="1"/>
                    <a:pt x="0" y="175"/>
                    <a:pt x="0" y="349"/>
                  </a:cubicBezTo>
                  <a:cubicBezTo>
                    <a:pt x="41" y="513"/>
                    <a:pt x="164" y="605"/>
                    <a:pt x="338" y="605"/>
                  </a:cubicBezTo>
                  <a:lnTo>
                    <a:pt x="2942" y="605"/>
                  </a:lnTo>
                  <a:cubicBezTo>
                    <a:pt x="3117" y="605"/>
                    <a:pt x="3240" y="431"/>
                    <a:pt x="3240" y="257"/>
                  </a:cubicBezTo>
                  <a:cubicBezTo>
                    <a:pt x="3199" y="134"/>
                    <a:pt x="3076" y="1"/>
                    <a:pt x="2942"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36"/>
            <p:cNvSpPr/>
            <p:nvPr/>
          </p:nvSpPr>
          <p:spPr>
            <a:xfrm>
              <a:off x="2716988" y="2707250"/>
              <a:ext cx="93050" cy="14900"/>
            </a:xfrm>
            <a:custGeom>
              <a:avLst/>
              <a:gdLst/>
              <a:ahLst/>
              <a:cxnLst/>
              <a:rect l="l" t="t" r="r" b="b"/>
              <a:pathLst>
                <a:path w="3722" h="596" extrusionOk="0">
                  <a:moveTo>
                    <a:pt x="349" y="0"/>
                  </a:moveTo>
                  <a:cubicBezTo>
                    <a:pt x="134" y="0"/>
                    <a:pt x="1" y="165"/>
                    <a:pt x="52" y="339"/>
                  </a:cubicBezTo>
                  <a:cubicBezTo>
                    <a:pt x="52" y="513"/>
                    <a:pt x="175" y="595"/>
                    <a:pt x="349" y="595"/>
                  </a:cubicBezTo>
                  <a:lnTo>
                    <a:pt x="3384" y="595"/>
                  </a:lnTo>
                  <a:cubicBezTo>
                    <a:pt x="3589" y="595"/>
                    <a:pt x="3722" y="421"/>
                    <a:pt x="3681" y="257"/>
                  </a:cubicBezTo>
                  <a:cubicBezTo>
                    <a:pt x="3681" y="123"/>
                    <a:pt x="3548" y="0"/>
                    <a:pt x="3384"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36"/>
            <p:cNvSpPr/>
            <p:nvPr/>
          </p:nvSpPr>
          <p:spPr>
            <a:xfrm>
              <a:off x="2716988" y="2756200"/>
              <a:ext cx="82300" cy="15150"/>
            </a:xfrm>
            <a:custGeom>
              <a:avLst/>
              <a:gdLst/>
              <a:ahLst/>
              <a:cxnLst/>
              <a:rect l="l" t="t" r="r" b="b"/>
              <a:pathLst>
                <a:path w="3292" h="606" extrusionOk="0">
                  <a:moveTo>
                    <a:pt x="349" y="1"/>
                  </a:moveTo>
                  <a:cubicBezTo>
                    <a:pt x="134" y="1"/>
                    <a:pt x="1" y="175"/>
                    <a:pt x="52" y="349"/>
                  </a:cubicBezTo>
                  <a:cubicBezTo>
                    <a:pt x="52" y="513"/>
                    <a:pt x="175" y="605"/>
                    <a:pt x="349" y="605"/>
                  </a:cubicBezTo>
                  <a:lnTo>
                    <a:pt x="2953" y="605"/>
                  </a:lnTo>
                  <a:cubicBezTo>
                    <a:pt x="3127" y="605"/>
                    <a:pt x="3291" y="431"/>
                    <a:pt x="3250" y="257"/>
                  </a:cubicBezTo>
                  <a:cubicBezTo>
                    <a:pt x="3209" y="134"/>
                    <a:pt x="3076" y="1"/>
                    <a:pt x="2953"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36"/>
            <p:cNvSpPr/>
            <p:nvPr/>
          </p:nvSpPr>
          <p:spPr>
            <a:xfrm>
              <a:off x="2548363" y="2520475"/>
              <a:ext cx="267075" cy="179100"/>
            </a:xfrm>
            <a:custGeom>
              <a:avLst/>
              <a:gdLst/>
              <a:ahLst/>
              <a:cxnLst/>
              <a:rect l="l" t="t" r="r" b="b"/>
              <a:pathLst>
                <a:path w="10683" h="7164" extrusionOk="0">
                  <a:moveTo>
                    <a:pt x="5341" y="634"/>
                  </a:moveTo>
                  <a:lnTo>
                    <a:pt x="9483" y="2089"/>
                  </a:lnTo>
                  <a:lnTo>
                    <a:pt x="5341" y="3494"/>
                  </a:lnTo>
                  <a:lnTo>
                    <a:pt x="1200" y="2089"/>
                  </a:lnTo>
                  <a:lnTo>
                    <a:pt x="5341" y="634"/>
                  </a:lnTo>
                  <a:close/>
                  <a:moveTo>
                    <a:pt x="7863" y="3279"/>
                  </a:moveTo>
                  <a:lnTo>
                    <a:pt x="7863" y="5585"/>
                  </a:lnTo>
                  <a:lnTo>
                    <a:pt x="5341" y="6569"/>
                  </a:lnTo>
                  <a:lnTo>
                    <a:pt x="2778" y="5585"/>
                  </a:lnTo>
                  <a:lnTo>
                    <a:pt x="2778" y="3279"/>
                  </a:lnTo>
                  <a:lnTo>
                    <a:pt x="5208" y="4089"/>
                  </a:lnTo>
                  <a:cubicBezTo>
                    <a:pt x="5259" y="4140"/>
                    <a:pt x="5300" y="4140"/>
                    <a:pt x="5341" y="4140"/>
                  </a:cubicBezTo>
                  <a:cubicBezTo>
                    <a:pt x="5382" y="4140"/>
                    <a:pt x="5382" y="4140"/>
                    <a:pt x="5423" y="4089"/>
                  </a:cubicBezTo>
                  <a:lnTo>
                    <a:pt x="7863" y="3279"/>
                  </a:lnTo>
                  <a:close/>
                  <a:moveTo>
                    <a:pt x="5335" y="1"/>
                  </a:moveTo>
                  <a:cubicBezTo>
                    <a:pt x="5298" y="1"/>
                    <a:pt x="5254" y="14"/>
                    <a:pt x="5208" y="39"/>
                  </a:cubicBezTo>
                  <a:lnTo>
                    <a:pt x="216" y="1782"/>
                  </a:lnTo>
                  <a:cubicBezTo>
                    <a:pt x="82" y="1874"/>
                    <a:pt x="0" y="1997"/>
                    <a:pt x="0" y="2171"/>
                  </a:cubicBezTo>
                  <a:cubicBezTo>
                    <a:pt x="41" y="2253"/>
                    <a:pt x="133" y="2346"/>
                    <a:pt x="216" y="2387"/>
                  </a:cubicBezTo>
                  <a:lnTo>
                    <a:pt x="2184" y="3063"/>
                  </a:lnTo>
                  <a:lnTo>
                    <a:pt x="2184" y="5800"/>
                  </a:lnTo>
                  <a:cubicBezTo>
                    <a:pt x="2184" y="5934"/>
                    <a:pt x="2266" y="6016"/>
                    <a:pt x="2389" y="6057"/>
                  </a:cubicBezTo>
                  <a:lnTo>
                    <a:pt x="5208" y="7164"/>
                  </a:lnTo>
                  <a:lnTo>
                    <a:pt x="5423" y="7164"/>
                  </a:lnTo>
                  <a:lnTo>
                    <a:pt x="8283" y="6057"/>
                  </a:lnTo>
                  <a:cubicBezTo>
                    <a:pt x="8376" y="6016"/>
                    <a:pt x="8458" y="5934"/>
                    <a:pt x="8458" y="5800"/>
                  </a:cubicBezTo>
                  <a:lnTo>
                    <a:pt x="8458" y="3063"/>
                  </a:lnTo>
                  <a:lnTo>
                    <a:pt x="10426" y="2387"/>
                  </a:lnTo>
                  <a:cubicBezTo>
                    <a:pt x="10549" y="2346"/>
                    <a:pt x="10590" y="2253"/>
                    <a:pt x="10641" y="2171"/>
                  </a:cubicBezTo>
                  <a:cubicBezTo>
                    <a:pt x="10682" y="1997"/>
                    <a:pt x="10590" y="1874"/>
                    <a:pt x="10467" y="1782"/>
                  </a:cubicBezTo>
                  <a:lnTo>
                    <a:pt x="5423" y="39"/>
                  </a:lnTo>
                  <a:cubicBezTo>
                    <a:pt x="5403" y="14"/>
                    <a:pt x="5372" y="1"/>
                    <a:pt x="5335"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4" name="Google Shape;394;p36"/>
          <p:cNvGrpSpPr/>
          <p:nvPr/>
        </p:nvGrpSpPr>
        <p:grpSpPr>
          <a:xfrm>
            <a:off x="2680038" y="3640513"/>
            <a:ext cx="343950" cy="288325"/>
            <a:chOff x="7796863" y="2004525"/>
            <a:chExt cx="343950" cy="288325"/>
          </a:xfrm>
        </p:grpSpPr>
        <p:sp>
          <p:nvSpPr>
            <p:cNvPr id="395" name="Google Shape;395;p36"/>
            <p:cNvSpPr/>
            <p:nvPr/>
          </p:nvSpPr>
          <p:spPr>
            <a:xfrm>
              <a:off x="7796863" y="2004525"/>
              <a:ext cx="343950" cy="288325"/>
            </a:xfrm>
            <a:custGeom>
              <a:avLst/>
              <a:gdLst/>
              <a:ahLst/>
              <a:cxnLst/>
              <a:rect l="l" t="t" r="r" b="b"/>
              <a:pathLst>
                <a:path w="13758" h="11533" extrusionOk="0">
                  <a:moveTo>
                    <a:pt x="6582" y="595"/>
                  </a:moveTo>
                  <a:lnTo>
                    <a:pt x="6582" y="8755"/>
                  </a:lnTo>
                  <a:lnTo>
                    <a:pt x="1026" y="8755"/>
                  </a:lnTo>
                  <a:lnTo>
                    <a:pt x="1026" y="1107"/>
                  </a:lnTo>
                  <a:cubicBezTo>
                    <a:pt x="1026" y="851"/>
                    <a:pt x="1282" y="595"/>
                    <a:pt x="1579" y="595"/>
                  </a:cubicBezTo>
                  <a:close/>
                  <a:moveTo>
                    <a:pt x="12179" y="595"/>
                  </a:moveTo>
                  <a:cubicBezTo>
                    <a:pt x="12477" y="595"/>
                    <a:pt x="12733" y="810"/>
                    <a:pt x="12733" y="1107"/>
                  </a:cubicBezTo>
                  <a:lnTo>
                    <a:pt x="12733" y="8755"/>
                  </a:lnTo>
                  <a:lnTo>
                    <a:pt x="7177" y="8755"/>
                  </a:lnTo>
                  <a:lnTo>
                    <a:pt x="7177" y="595"/>
                  </a:lnTo>
                  <a:close/>
                  <a:moveTo>
                    <a:pt x="13163" y="9349"/>
                  </a:moveTo>
                  <a:lnTo>
                    <a:pt x="13163" y="9995"/>
                  </a:lnTo>
                  <a:cubicBezTo>
                    <a:pt x="13163" y="10508"/>
                    <a:pt x="12774" y="10938"/>
                    <a:pt x="12261" y="10938"/>
                  </a:cubicBezTo>
                  <a:lnTo>
                    <a:pt x="1497" y="10938"/>
                  </a:lnTo>
                  <a:cubicBezTo>
                    <a:pt x="985" y="10938"/>
                    <a:pt x="605" y="10508"/>
                    <a:pt x="605" y="9995"/>
                  </a:cubicBezTo>
                  <a:lnTo>
                    <a:pt x="605" y="9349"/>
                  </a:lnTo>
                  <a:close/>
                  <a:moveTo>
                    <a:pt x="1579" y="0"/>
                  </a:moveTo>
                  <a:cubicBezTo>
                    <a:pt x="985" y="0"/>
                    <a:pt x="472" y="513"/>
                    <a:pt x="472" y="1107"/>
                  </a:cubicBezTo>
                  <a:lnTo>
                    <a:pt x="472" y="8755"/>
                  </a:lnTo>
                  <a:lnTo>
                    <a:pt x="298" y="8755"/>
                  </a:lnTo>
                  <a:cubicBezTo>
                    <a:pt x="134" y="8755"/>
                    <a:pt x="0" y="8888"/>
                    <a:pt x="0" y="9052"/>
                  </a:cubicBezTo>
                  <a:lnTo>
                    <a:pt x="0" y="9995"/>
                  </a:lnTo>
                  <a:cubicBezTo>
                    <a:pt x="0" y="10846"/>
                    <a:pt x="687" y="11533"/>
                    <a:pt x="1497" y="11533"/>
                  </a:cubicBezTo>
                  <a:lnTo>
                    <a:pt x="12261" y="11533"/>
                  </a:lnTo>
                  <a:cubicBezTo>
                    <a:pt x="13071" y="11533"/>
                    <a:pt x="13758" y="10846"/>
                    <a:pt x="13758" y="9995"/>
                  </a:cubicBezTo>
                  <a:lnTo>
                    <a:pt x="13758" y="9052"/>
                  </a:lnTo>
                  <a:cubicBezTo>
                    <a:pt x="13758" y="8888"/>
                    <a:pt x="13625" y="8755"/>
                    <a:pt x="13461" y="8755"/>
                  </a:cubicBezTo>
                  <a:lnTo>
                    <a:pt x="13286" y="8755"/>
                  </a:lnTo>
                  <a:lnTo>
                    <a:pt x="13286" y="1107"/>
                  </a:lnTo>
                  <a:cubicBezTo>
                    <a:pt x="13286" y="513"/>
                    <a:pt x="12815" y="0"/>
                    <a:pt x="12179"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36"/>
            <p:cNvSpPr/>
            <p:nvPr/>
          </p:nvSpPr>
          <p:spPr>
            <a:xfrm>
              <a:off x="7851463" y="2048350"/>
              <a:ext cx="48975" cy="58700"/>
            </a:xfrm>
            <a:custGeom>
              <a:avLst/>
              <a:gdLst/>
              <a:ahLst/>
              <a:cxnLst/>
              <a:rect l="l" t="t" r="r" b="b"/>
              <a:pathLst>
                <a:path w="1959" h="2348" extrusionOk="0">
                  <a:moveTo>
                    <a:pt x="338" y="0"/>
                  </a:moveTo>
                  <a:cubicBezTo>
                    <a:pt x="164" y="0"/>
                    <a:pt x="41" y="82"/>
                    <a:pt x="41" y="256"/>
                  </a:cubicBezTo>
                  <a:cubicBezTo>
                    <a:pt x="0" y="420"/>
                    <a:pt x="164" y="595"/>
                    <a:pt x="338" y="595"/>
                  </a:cubicBezTo>
                  <a:lnTo>
                    <a:pt x="677" y="595"/>
                  </a:lnTo>
                  <a:lnTo>
                    <a:pt x="677" y="2050"/>
                  </a:lnTo>
                  <a:cubicBezTo>
                    <a:pt x="677" y="2173"/>
                    <a:pt x="810" y="2307"/>
                    <a:pt x="933" y="2348"/>
                  </a:cubicBezTo>
                  <a:cubicBezTo>
                    <a:pt x="1107" y="2348"/>
                    <a:pt x="1281" y="2214"/>
                    <a:pt x="1281" y="2050"/>
                  </a:cubicBezTo>
                  <a:lnTo>
                    <a:pt x="1281" y="595"/>
                  </a:lnTo>
                  <a:lnTo>
                    <a:pt x="1620" y="595"/>
                  </a:lnTo>
                  <a:cubicBezTo>
                    <a:pt x="1794" y="595"/>
                    <a:pt x="1917" y="513"/>
                    <a:pt x="1917" y="338"/>
                  </a:cubicBezTo>
                  <a:cubicBezTo>
                    <a:pt x="1958" y="164"/>
                    <a:pt x="1835" y="0"/>
                    <a:pt x="1620"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6"/>
            <p:cNvSpPr/>
            <p:nvPr/>
          </p:nvSpPr>
          <p:spPr>
            <a:xfrm>
              <a:off x="7905788" y="2092175"/>
              <a:ext cx="27950" cy="14875"/>
            </a:xfrm>
            <a:custGeom>
              <a:avLst/>
              <a:gdLst/>
              <a:ahLst/>
              <a:cxnLst/>
              <a:rect l="l" t="t" r="r" b="b"/>
              <a:pathLst>
                <a:path w="1118" h="595" extrusionOk="0">
                  <a:moveTo>
                    <a:pt x="349" y="0"/>
                  </a:moveTo>
                  <a:cubicBezTo>
                    <a:pt x="175" y="0"/>
                    <a:pt x="0" y="164"/>
                    <a:pt x="41" y="338"/>
                  </a:cubicBezTo>
                  <a:cubicBezTo>
                    <a:pt x="41" y="461"/>
                    <a:pt x="216" y="595"/>
                    <a:pt x="349" y="595"/>
                  </a:cubicBezTo>
                  <a:lnTo>
                    <a:pt x="769" y="595"/>
                  </a:lnTo>
                  <a:cubicBezTo>
                    <a:pt x="943" y="595"/>
                    <a:pt x="1118" y="420"/>
                    <a:pt x="1067" y="256"/>
                  </a:cubicBezTo>
                  <a:cubicBezTo>
                    <a:pt x="1026" y="82"/>
                    <a:pt x="902" y="0"/>
                    <a:pt x="769"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36"/>
            <p:cNvSpPr/>
            <p:nvPr/>
          </p:nvSpPr>
          <p:spPr>
            <a:xfrm>
              <a:off x="7851463" y="2135725"/>
              <a:ext cx="82275" cy="15150"/>
            </a:xfrm>
            <a:custGeom>
              <a:avLst/>
              <a:gdLst/>
              <a:ahLst/>
              <a:cxnLst/>
              <a:rect l="l" t="t" r="r" b="b"/>
              <a:pathLst>
                <a:path w="3291" h="606" extrusionOk="0">
                  <a:moveTo>
                    <a:pt x="338" y="1"/>
                  </a:moveTo>
                  <a:cubicBezTo>
                    <a:pt x="123" y="1"/>
                    <a:pt x="0" y="175"/>
                    <a:pt x="41" y="349"/>
                  </a:cubicBezTo>
                  <a:cubicBezTo>
                    <a:pt x="41" y="472"/>
                    <a:pt x="164" y="606"/>
                    <a:pt x="338" y="606"/>
                  </a:cubicBezTo>
                  <a:lnTo>
                    <a:pt x="2942" y="606"/>
                  </a:lnTo>
                  <a:cubicBezTo>
                    <a:pt x="3116" y="606"/>
                    <a:pt x="3291" y="431"/>
                    <a:pt x="3240" y="257"/>
                  </a:cubicBezTo>
                  <a:cubicBezTo>
                    <a:pt x="3199" y="93"/>
                    <a:pt x="3075" y="1"/>
                    <a:pt x="2942"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36"/>
            <p:cNvSpPr/>
            <p:nvPr/>
          </p:nvSpPr>
          <p:spPr>
            <a:xfrm>
              <a:off x="8004188" y="2048350"/>
              <a:ext cx="82050" cy="14875"/>
            </a:xfrm>
            <a:custGeom>
              <a:avLst/>
              <a:gdLst/>
              <a:ahLst/>
              <a:cxnLst/>
              <a:rect l="l" t="t" r="r" b="b"/>
              <a:pathLst>
                <a:path w="3282" h="595" extrusionOk="0">
                  <a:moveTo>
                    <a:pt x="339" y="0"/>
                  </a:moveTo>
                  <a:cubicBezTo>
                    <a:pt x="165" y="0"/>
                    <a:pt x="1" y="164"/>
                    <a:pt x="42" y="338"/>
                  </a:cubicBezTo>
                  <a:cubicBezTo>
                    <a:pt x="83" y="513"/>
                    <a:pt x="206" y="595"/>
                    <a:pt x="339" y="595"/>
                  </a:cubicBezTo>
                  <a:lnTo>
                    <a:pt x="2943" y="595"/>
                  </a:lnTo>
                  <a:cubicBezTo>
                    <a:pt x="3158" y="595"/>
                    <a:pt x="3281" y="420"/>
                    <a:pt x="3240" y="256"/>
                  </a:cubicBezTo>
                  <a:cubicBezTo>
                    <a:pt x="3240" y="82"/>
                    <a:pt x="3117" y="0"/>
                    <a:pt x="2943"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36"/>
            <p:cNvSpPr/>
            <p:nvPr/>
          </p:nvSpPr>
          <p:spPr>
            <a:xfrm>
              <a:off x="8004188" y="2092175"/>
              <a:ext cx="82050" cy="14875"/>
            </a:xfrm>
            <a:custGeom>
              <a:avLst/>
              <a:gdLst/>
              <a:ahLst/>
              <a:cxnLst/>
              <a:rect l="l" t="t" r="r" b="b"/>
              <a:pathLst>
                <a:path w="3282" h="595" extrusionOk="0">
                  <a:moveTo>
                    <a:pt x="339" y="0"/>
                  </a:moveTo>
                  <a:cubicBezTo>
                    <a:pt x="165" y="0"/>
                    <a:pt x="1" y="164"/>
                    <a:pt x="42" y="338"/>
                  </a:cubicBezTo>
                  <a:cubicBezTo>
                    <a:pt x="83" y="461"/>
                    <a:pt x="206" y="595"/>
                    <a:pt x="339" y="595"/>
                  </a:cubicBezTo>
                  <a:lnTo>
                    <a:pt x="2943" y="595"/>
                  </a:lnTo>
                  <a:cubicBezTo>
                    <a:pt x="3158" y="595"/>
                    <a:pt x="3281" y="420"/>
                    <a:pt x="3240" y="256"/>
                  </a:cubicBezTo>
                  <a:cubicBezTo>
                    <a:pt x="3240" y="82"/>
                    <a:pt x="3117" y="0"/>
                    <a:pt x="2943"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36"/>
            <p:cNvSpPr/>
            <p:nvPr/>
          </p:nvSpPr>
          <p:spPr>
            <a:xfrm>
              <a:off x="8004188" y="2135725"/>
              <a:ext cx="82050" cy="15150"/>
            </a:xfrm>
            <a:custGeom>
              <a:avLst/>
              <a:gdLst/>
              <a:ahLst/>
              <a:cxnLst/>
              <a:rect l="l" t="t" r="r" b="b"/>
              <a:pathLst>
                <a:path w="3282" h="606" extrusionOk="0">
                  <a:moveTo>
                    <a:pt x="339" y="1"/>
                  </a:moveTo>
                  <a:cubicBezTo>
                    <a:pt x="165" y="1"/>
                    <a:pt x="1" y="175"/>
                    <a:pt x="42" y="349"/>
                  </a:cubicBezTo>
                  <a:cubicBezTo>
                    <a:pt x="83" y="472"/>
                    <a:pt x="206" y="606"/>
                    <a:pt x="339" y="606"/>
                  </a:cubicBezTo>
                  <a:lnTo>
                    <a:pt x="2943" y="606"/>
                  </a:lnTo>
                  <a:cubicBezTo>
                    <a:pt x="3158" y="606"/>
                    <a:pt x="3281" y="431"/>
                    <a:pt x="3240" y="257"/>
                  </a:cubicBezTo>
                  <a:cubicBezTo>
                    <a:pt x="3240" y="93"/>
                    <a:pt x="3117" y="1"/>
                    <a:pt x="2943"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36"/>
            <p:cNvSpPr/>
            <p:nvPr/>
          </p:nvSpPr>
          <p:spPr>
            <a:xfrm>
              <a:off x="8004188" y="2179550"/>
              <a:ext cx="82050" cy="15150"/>
            </a:xfrm>
            <a:custGeom>
              <a:avLst/>
              <a:gdLst/>
              <a:ahLst/>
              <a:cxnLst/>
              <a:rect l="l" t="t" r="r" b="b"/>
              <a:pathLst>
                <a:path w="3282" h="606" extrusionOk="0">
                  <a:moveTo>
                    <a:pt x="339" y="1"/>
                  </a:moveTo>
                  <a:cubicBezTo>
                    <a:pt x="165" y="1"/>
                    <a:pt x="1" y="175"/>
                    <a:pt x="42" y="349"/>
                  </a:cubicBezTo>
                  <a:cubicBezTo>
                    <a:pt x="83" y="472"/>
                    <a:pt x="206" y="606"/>
                    <a:pt x="339" y="606"/>
                  </a:cubicBezTo>
                  <a:lnTo>
                    <a:pt x="2943" y="606"/>
                  </a:lnTo>
                  <a:cubicBezTo>
                    <a:pt x="3158" y="606"/>
                    <a:pt x="3281" y="431"/>
                    <a:pt x="3240" y="257"/>
                  </a:cubicBezTo>
                  <a:cubicBezTo>
                    <a:pt x="3240" y="93"/>
                    <a:pt x="3117" y="1"/>
                    <a:pt x="2943"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6"/>
            <p:cNvSpPr/>
            <p:nvPr/>
          </p:nvSpPr>
          <p:spPr>
            <a:xfrm>
              <a:off x="7851463" y="2179550"/>
              <a:ext cx="82275" cy="15150"/>
            </a:xfrm>
            <a:custGeom>
              <a:avLst/>
              <a:gdLst/>
              <a:ahLst/>
              <a:cxnLst/>
              <a:rect l="l" t="t" r="r" b="b"/>
              <a:pathLst>
                <a:path w="3291" h="606" extrusionOk="0">
                  <a:moveTo>
                    <a:pt x="338" y="1"/>
                  </a:moveTo>
                  <a:cubicBezTo>
                    <a:pt x="123" y="1"/>
                    <a:pt x="0" y="175"/>
                    <a:pt x="41" y="349"/>
                  </a:cubicBezTo>
                  <a:cubicBezTo>
                    <a:pt x="41" y="472"/>
                    <a:pt x="164" y="606"/>
                    <a:pt x="338" y="606"/>
                  </a:cubicBezTo>
                  <a:lnTo>
                    <a:pt x="2942" y="606"/>
                  </a:lnTo>
                  <a:cubicBezTo>
                    <a:pt x="3116" y="606"/>
                    <a:pt x="3291" y="431"/>
                    <a:pt x="3240" y="257"/>
                  </a:cubicBezTo>
                  <a:cubicBezTo>
                    <a:pt x="3199" y="93"/>
                    <a:pt x="3075" y="1"/>
                    <a:pt x="2942"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04" name="Google Shape;404;p36"/>
          <p:cNvCxnSpPr>
            <a:stCxn id="370" idx="2"/>
          </p:cNvCxnSpPr>
          <p:nvPr/>
        </p:nvCxnSpPr>
        <p:spPr>
          <a:xfrm>
            <a:off x="1632825" y="1725525"/>
            <a:ext cx="0" cy="3441900"/>
          </a:xfrm>
          <a:prstGeom prst="straightConnector1">
            <a:avLst/>
          </a:prstGeom>
          <a:noFill/>
          <a:ln w="19050" cap="flat" cmpd="sng">
            <a:solidFill>
              <a:schemeClr val="dk1"/>
            </a:solidFill>
            <a:prstDash val="solid"/>
            <a:round/>
            <a:headEnd type="none" w="med" len="med"/>
            <a:tailEnd type="none" w="med" len="med"/>
          </a:ln>
        </p:spPr>
      </p:cxnSp>
      <p:cxnSp>
        <p:nvCxnSpPr>
          <p:cNvPr id="405" name="Google Shape;405;p36"/>
          <p:cNvCxnSpPr>
            <a:stCxn id="369" idx="2"/>
          </p:cNvCxnSpPr>
          <p:nvPr/>
        </p:nvCxnSpPr>
        <p:spPr>
          <a:xfrm>
            <a:off x="2242425" y="2898275"/>
            <a:ext cx="0" cy="2295600"/>
          </a:xfrm>
          <a:prstGeom prst="straightConnector1">
            <a:avLst/>
          </a:prstGeom>
          <a:noFill/>
          <a:ln w="19050" cap="flat" cmpd="sng">
            <a:solidFill>
              <a:schemeClr val="dk1"/>
            </a:solidFill>
            <a:prstDash val="solid"/>
            <a:round/>
            <a:headEnd type="none" w="med" len="med"/>
            <a:tailEnd type="none" w="med" len="med"/>
          </a:ln>
        </p:spPr>
      </p:cxnSp>
      <p:cxnSp>
        <p:nvCxnSpPr>
          <p:cNvPr id="406" name="Google Shape;406;p36"/>
          <p:cNvCxnSpPr>
            <a:stCxn id="368" idx="2"/>
          </p:cNvCxnSpPr>
          <p:nvPr/>
        </p:nvCxnSpPr>
        <p:spPr>
          <a:xfrm>
            <a:off x="2852025" y="4042838"/>
            <a:ext cx="0" cy="1184100"/>
          </a:xfrm>
          <a:prstGeom prst="straightConnector1">
            <a:avLst/>
          </a:prstGeom>
          <a:noFill/>
          <a:ln w="19050" cap="flat" cmpd="sng">
            <a:solidFill>
              <a:schemeClr val="dk1"/>
            </a:solidFill>
            <a:prstDash val="solid"/>
            <a:round/>
            <a:headEnd type="none" w="med" len="med"/>
            <a:tailEnd type="none" w="med" len="med"/>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3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Sample Population</a:t>
            </a:r>
            <a:endParaRPr/>
          </a:p>
        </p:txBody>
      </p:sp>
      <p:sp>
        <p:nvSpPr>
          <p:cNvPr id="412" name="Google Shape;412;p37"/>
          <p:cNvSpPr txBox="1"/>
          <p:nvPr/>
        </p:nvSpPr>
        <p:spPr>
          <a:xfrm>
            <a:off x="631900" y="1213925"/>
            <a:ext cx="7792200" cy="1161600"/>
          </a:xfrm>
          <a:prstGeom prst="rect">
            <a:avLst/>
          </a:prstGeom>
          <a:noFill/>
          <a:ln>
            <a:noFill/>
          </a:ln>
        </p:spPr>
        <p:txBody>
          <a:bodyPr spcFirstLastPara="1" wrap="square" lIns="91425" tIns="91425" rIns="91425" bIns="91425" anchor="t" anchorCtr="0">
            <a:noAutofit/>
          </a:bodyPr>
          <a:lstStyle/>
          <a:p>
            <a:pPr marL="457200" lvl="0" indent="-317500" algn="l" rtl="0">
              <a:lnSpc>
                <a:spcPct val="200000"/>
              </a:lnSpc>
              <a:spcBef>
                <a:spcPts val="0"/>
              </a:spcBef>
              <a:spcAft>
                <a:spcPts val="0"/>
              </a:spcAft>
              <a:buClr>
                <a:schemeClr val="dk1"/>
              </a:buClr>
              <a:buSzPts val="1400"/>
              <a:buFont typeface="Hanken Grotesk"/>
              <a:buChar char="●"/>
            </a:pPr>
            <a:r>
              <a:rPr lang="en">
                <a:solidFill>
                  <a:schemeClr val="dk1"/>
                </a:solidFill>
                <a:latin typeface="Hanken Grotesk"/>
                <a:ea typeface="Hanken Grotesk"/>
                <a:cs typeface="Hanken Grotesk"/>
                <a:sym typeface="Hanken Grotesk"/>
              </a:rPr>
              <a:t>Adults ages 18 - 50 that are either diagnosed with ASPD or do not have ASPD</a:t>
            </a:r>
            <a:endParaRPr>
              <a:solidFill>
                <a:schemeClr val="dk1"/>
              </a:solidFill>
              <a:latin typeface="Hanken Grotesk"/>
              <a:ea typeface="Hanken Grotesk"/>
              <a:cs typeface="Hanken Grotesk"/>
              <a:sym typeface="Hanken Grotesk"/>
            </a:endParaRPr>
          </a:p>
          <a:p>
            <a:pPr marL="0" lvl="0" indent="0" algn="l" rtl="0">
              <a:lnSpc>
                <a:spcPct val="200000"/>
              </a:lnSpc>
              <a:spcBef>
                <a:spcPts val="0"/>
              </a:spcBef>
              <a:spcAft>
                <a:spcPts val="0"/>
              </a:spcAft>
              <a:buNone/>
            </a:pPr>
            <a:endParaRPr>
              <a:solidFill>
                <a:schemeClr val="dk1"/>
              </a:solidFill>
              <a:latin typeface="Hanken Grotesk"/>
              <a:ea typeface="Hanken Grotesk"/>
              <a:cs typeface="Hanken Grotesk"/>
              <a:sym typeface="Hanken Grotesk"/>
            </a:endParaRPr>
          </a:p>
          <a:p>
            <a:pPr marL="457200" lvl="0" indent="-317500" algn="l" rtl="0">
              <a:lnSpc>
                <a:spcPct val="200000"/>
              </a:lnSpc>
              <a:spcBef>
                <a:spcPts val="0"/>
              </a:spcBef>
              <a:spcAft>
                <a:spcPts val="0"/>
              </a:spcAft>
              <a:buClr>
                <a:schemeClr val="dk1"/>
              </a:buClr>
              <a:buSzPts val="1400"/>
              <a:buFont typeface="Hanken Grotesk"/>
              <a:buChar char="●"/>
            </a:pPr>
            <a:r>
              <a:rPr lang="en">
                <a:solidFill>
                  <a:schemeClr val="dk1"/>
                </a:solidFill>
                <a:latin typeface="Hanken Grotesk"/>
                <a:ea typeface="Hanken Grotesk"/>
                <a:cs typeface="Hanken Grotesk"/>
                <a:sym typeface="Hanken Grotesk"/>
              </a:rPr>
              <a:t>Pulled from clinical settings and community samples</a:t>
            </a:r>
            <a:endParaRPr>
              <a:solidFill>
                <a:schemeClr val="dk1"/>
              </a:solidFill>
              <a:latin typeface="Hanken Grotesk"/>
              <a:ea typeface="Hanken Grotesk"/>
              <a:cs typeface="Hanken Grotesk"/>
              <a:sym typeface="Hanken Grotesk"/>
            </a:endParaRPr>
          </a:p>
          <a:p>
            <a:pPr marL="0" lvl="0" indent="0" algn="l"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413" name="Google Shape;413;p37"/>
          <p:cNvSpPr txBox="1"/>
          <p:nvPr/>
        </p:nvSpPr>
        <p:spPr>
          <a:xfrm>
            <a:off x="597100" y="2571750"/>
            <a:ext cx="78618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200" b="1">
                <a:solidFill>
                  <a:schemeClr val="dk1"/>
                </a:solidFill>
                <a:latin typeface="Figtree"/>
                <a:ea typeface="Figtree"/>
                <a:cs typeface="Figtree"/>
                <a:sym typeface="Figtree"/>
              </a:rPr>
              <a:t>2 x 2 Between-Subjects design</a:t>
            </a:r>
            <a:endParaRPr sz="2200" b="1">
              <a:solidFill>
                <a:schemeClr val="dk1"/>
              </a:solidFill>
              <a:latin typeface="Figtree"/>
              <a:ea typeface="Figtree"/>
              <a:cs typeface="Figtree"/>
              <a:sym typeface="Figtree"/>
            </a:endParaRPr>
          </a:p>
        </p:txBody>
      </p:sp>
      <p:sp>
        <p:nvSpPr>
          <p:cNvPr id="414" name="Google Shape;414;p37"/>
          <p:cNvSpPr txBox="1"/>
          <p:nvPr/>
        </p:nvSpPr>
        <p:spPr>
          <a:xfrm>
            <a:off x="631900" y="2878450"/>
            <a:ext cx="3940200" cy="2067600"/>
          </a:xfrm>
          <a:prstGeom prst="rect">
            <a:avLst/>
          </a:prstGeom>
          <a:noFill/>
          <a:ln>
            <a:noFill/>
          </a:ln>
        </p:spPr>
        <p:txBody>
          <a:bodyPr spcFirstLastPara="1" wrap="square" lIns="91425" tIns="91425" rIns="91425" bIns="91425" anchor="t" anchorCtr="0">
            <a:noAutofit/>
          </a:bodyPr>
          <a:lstStyle/>
          <a:p>
            <a:pPr marL="457200" lvl="0" indent="0" algn="l" rtl="0">
              <a:lnSpc>
                <a:spcPct val="200000"/>
              </a:lnSpc>
              <a:spcBef>
                <a:spcPts val="0"/>
              </a:spcBef>
              <a:spcAft>
                <a:spcPts val="0"/>
              </a:spcAft>
              <a:buNone/>
            </a:pPr>
            <a:endParaRPr>
              <a:solidFill>
                <a:schemeClr val="dk1"/>
              </a:solidFill>
              <a:latin typeface="Hanken Grotesk"/>
              <a:ea typeface="Hanken Grotesk"/>
              <a:cs typeface="Hanken Grotesk"/>
              <a:sym typeface="Hanken Grotesk"/>
            </a:endParaRPr>
          </a:p>
          <a:p>
            <a:pPr marL="457200" lvl="0" indent="-317500" algn="l" rtl="0">
              <a:lnSpc>
                <a:spcPct val="200000"/>
              </a:lnSpc>
              <a:spcBef>
                <a:spcPts val="0"/>
              </a:spcBef>
              <a:spcAft>
                <a:spcPts val="0"/>
              </a:spcAft>
              <a:buClr>
                <a:schemeClr val="dk1"/>
              </a:buClr>
              <a:buSzPts val="1400"/>
              <a:buFont typeface="Hanken Grotesk"/>
              <a:buChar char="●"/>
            </a:pPr>
            <a:r>
              <a:rPr lang="en">
                <a:solidFill>
                  <a:schemeClr val="dk1"/>
                </a:solidFill>
                <a:latin typeface="Hanken Grotesk"/>
                <a:ea typeface="Hanken Grotesk"/>
                <a:cs typeface="Hanken Grotesk"/>
                <a:sym typeface="Hanken Grotesk"/>
              </a:rPr>
              <a:t>ASPD with IH modeled</a:t>
            </a:r>
            <a:endParaRPr>
              <a:solidFill>
                <a:schemeClr val="dk1"/>
              </a:solidFill>
              <a:latin typeface="Hanken Grotesk"/>
              <a:ea typeface="Hanken Grotesk"/>
              <a:cs typeface="Hanken Grotesk"/>
              <a:sym typeface="Hanken Grotesk"/>
            </a:endParaRPr>
          </a:p>
          <a:p>
            <a:pPr marL="0" lvl="0" indent="0" algn="l" rtl="0">
              <a:lnSpc>
                <a:spcPct val="200000"/>
              </a:lnSpc>
              <a:spcBef>
                <a:spcPts val="0"/>
              </a:spcBef>
              <a:spcAft>
                <a:spcPts val="0"/>
              </a:spcAft>
              <a:buNone/>
            </a:pPr>
            <a:endParaRPr>
              <a:solidFill>
                <a:schemeClr val="dk1"/>
              </a:solidFill>
              <a:latin typeface="Hanken Grotesk"/>
              <a:ea typeface="Hanken Grotesk"/>
              <a:cs typeface="Hanken Grotesk"/>
              <a:sym typeface="Hanken Grotesk"/>
            </a:endParaRPr>
          </a:p>
          <a:p>
            <a:pPr marL="457200" lvl="0" indent="-317500" algn="l" rtl="0">
              <a:lnSpc>
                <a:spcPct val="200000"/>
              </a:lnSpc>
              <a:spcBef>
                <a:spcPts val="0"/>
              </a:spcBef>
              <a:spcAft>
                <a:spcPts val="0"/>
              </a:spcAft>
              <a:buClr>
                <a:schemeClr val="dk1"/>
              </a:buClr>
              <a:buSzPts val="1400"/>
              <a:buFont typeface="Hanken Grotesk"/>
              <a:buChar char="●"/>
            </a:pPr>
            <a:r>
              <a:rPr lang="en">
                <a:solidFill>
                  <a:schemeClr val="dk1"/>
                </a:solidFill>
                <a:latin typeface="Hanken Grotesk"/>
                <a:ea typeface="Hanken Grotesk"/>
                <a:cs typeface="Hanken Grotesk"/>
                <a:sym typeface="Hanken Grotesk"/>
              </a:rPr>
              <a:t>No ASPD with IH modeled</a:t>
            </a:r>
            <a:endParaRPr>
              <a:solidFill>
                <a:schemeClr val="dk1"/>
              </a:solidFill>
              <a:latin typeface="Hanken Grotesk"/>
              <a:ea typeface="Hanken Grotesk"/>
              <a:cs typeface="Hanken Grotesk"/>
              <a:sym typeface="Hanken Grotesk"/>
            </a:endParaRPr>
          </a:p>
        </p:txBody>
      </p:sp>
      <p:sp>
        <p:nvSpPr>
          <p:cNvPr id="415" name="Google Shape;415;p37"/>
          <p:cNvSpPr txBox="1"/>
          <p:nvPr/>
        </p:nvSpPr>
        <p:spPr>
          <a:xfrm>
            <a:off x="4720800" y="2936500"/>
            <a:ext cx="3861000" cy="1951500"/>
          </a:xfrm>
          <a:prstGeom prst="rect">
            <a:avLst/>
          </a:prstGeom>
          <a:noFill/>
          <a:ln>
            <a:noFill/>
          </a:ln>
        </p:spPr>
        <p:txBody>
          <a:bodyPr spcFirstLastPara="1" wrap="square" lIns="91425" tIns="91425" rIns="91425" bIns="91425" anchor="t" anchorCtr="0">
            <a:noAutofit/>
          </a:bodyPr>
          <a:lstStyle/>
          <a:p>
            <a:pPr marL="457200" lvl="0" indent="0" algn="l" rtl="0">
              <a:lnSpc>
                <a:spcPct val="200000"/>
              </a:lnSpc>
              <a:spcBef>
                <a:spcPts val="0"/>
              </a:spcBef>
              <a:spcAft>
                <a:spcPts val="0"/>
              </a:spcAft>
              <a:buNone/>
            </a:pPr>
            <a:endParaRPr>
              <a:solidFill>
                <a:schemeClr val="dk1"/>
              </a:solidFill>
              <a:latin typeface="Hanken Grotesk"/>
              <a:ea typeface="Hanken Grotesk"/>
              <a:cs typeface="Hanken Grotesk"/>
              <a:sym typeface="Hanken Grotesk"/>
            </a:endParaRPr>
          </a:p>
          <a:p>
            <a:pPr marL="457200" lvl="0" indent="-317500" algn="l" rtl="0">
              <a:lnSpc>
                <a:spcPct val="200000"/>
              </a:lnSpc>
              <a:spcBef>
                <a:spcPts val="0"/>
              </a:spcBef>
              <a:spcAft>
                <a:spcPts val="0"/>
              </a:spcAft>
              <a:buClr>
                <a:schemeClr val="dk1"/>
              </a:buClr>
              <a:buSzPts val="1400"/>
              <a:buFont typeface="Hanken Grotesk"/>
              <a:buChar char="●"/>
            </a:pPr>
            <a:r>
              <a:rPr lang="en">
                <a:solidFill>
                  <a:schemeClr val="dk1"/>
                </a:solidFill>
                <a:latin typeface="Hanken Grotesk"/>
                <a:ea typeface="Hanken Grotesk"/>
                <a:cs typeface="Hanken Grotesk"/>
                <a:sym typeface="Hanken Grotesk"/>
              </a:rPr>
              <a:t>ASPD without IH modeled</a:t>
            </a:r>
            <a:endParaRPr>
              <a:solidFill>
                <a:schemeClr val="dk1"/>
              </a:solidFill>
              <a:latin typeface="Hanken Grotesk"/>
              <a:ea typeface="Hanken Grotesk"/>
              <a:cs typeface="Hanken Grotesk"/>
              <a:sym typeface="Hanken Grotesk"/>
            </a:endParaRPr>
          </a:p>
          <a:p>
            <a:pPr marL="0" lvl="0" indent="0" algn="l" rtl="0">
              <a:lnSpc>
                <a:spcPct val="200000"/>
              </a:lnSpc>
              <a:spcBef>
                <a:spcPts val="0"/>
              </a:spcBef>
              <a:spcAft>
                <a:spcPts val="0"/>
              </a:spcAft>
              <a:buNone/>
            </a:pPr>
            <a:endParaRPr>
              <a:solidFill>
                <a:schemeClr val="dk1"/>
              </a:solidFill>
              <a:latin typeface="Hanken Grotesk"/>
              <a:ea typeface="Hanken Grotesk"/>
              <a:cs typeface="Hanken Grotesk"/>
              <a:sym typeface="Hanken Grotesk"/>
            </a:endParaRPr>
          </a:p>
          <a:p>
            <a:pPr marL="457200" lvl="0" indent="-317500" algn="l" rtl="0">
              <a:lnSpc>
                <a:spcPct val="200000"/>
              </a:lnSpc>
              <a:spcBef>
                <a:spcPts val="0"/>
              </a:spcBef>
              <a:spcAft>
                <a:spcPts val="0"/>
              </a:spcAft>
              <a:buClr>
                <a:schemeClr val="dk1"/>
              </a:buClr>
              <a:buSzPts val="1400"/>
              <a:buFont typeface="Hanken Grotesk"/>
              <a:buChar char="●"/>
            </a:pPr>
            <a:r>
              <a:rPr lang="en">
                <a:solidFill>
                  <a:schemeClr val="dk1"/>
                </a:solidFill>
                <a:latin typeface="Hanken Grotesk"/>
                <a:ea typeface="Hanken Grotesk"/>
                <a:cs typeface="Hanken Grotesk"/>
                <a:sym typeface="Hanken Grotesk"/>
              </a:rPr>
              <a:t>No ASPD without IH modeled</a:t>
            </a:r>
            <a:endParaRPr>
              <a:solidFill>
                <a:schemeClr val="dk1"/>
              </a:solidFill>
              <a:latin typeface="Hanken Grotesk"/>
              <a:ea typeface="Hanken Grotesk"/>
              <a:cs typeface="Hanken Grotesk"/>
              <a:sym typeface="Hanken Grotesk"/>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0" name="Google Shape;420;p3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Methods</a:t>
            </a:r>
            <a:endParaRPr/>
          </a:p>
        </p:txBody>
      </p:sp>
      <p:sp>
        <p:nvSpPr>
          <p:cNvPr id="421" name="Google Shape;421;p38"/>
          <p:cNvSpPr txBox="1">
            <a:spLocks noGrp="1"/>
          </p:cNvSpPr>
          <p:nvPr>
            <p:ph type="subTitle" idx="4"/>
          </p:nvPr>
        </p:nvSpPr>
        <p:spPr>
          <a:xfrm>
            <a:off x="702600" y="1271400"/>
            <a:ext cx="7298700" cy="704100"/>
          </a:xfrm>
          <a:prstGeom prst="rect">
            <a:avLst/>
          </a:prstGeom>
        </p:spPr>
        <p:txBody>
          <a:bodyPr spcFirstLastPara="1" wrap="square" lIns="91425" tIns="91425" rIns="91425" bIns="91425" anchor="b" anchorCtr="0">
            <a:noAutofit/>
          </a:bodyPr>
          <a:lstStyle/>
          <a:p>
            <a:pPr marL="457200" lvl="0" indent="-393700" algn="l" rtl="0">
              <a:spcBef>
                <a:spcPts val="0"/>
              </a:spcBef>
              <a:spcAft>
                <a:spcPts val="0"/>
              </a:spcAft>
              <a:buSzPts val="2600"/>
              <a:buAutoNum type="arabicPeriod"/>
            </a:pPr>
            <a:r>
              <a:rPr lang="en"/>
              <a:t>Participants are accepted either as ASPD or Control</a:t>
            </a:r>
            <a:endParaRPr/>
          </a:p>
        </p:txBody>
      </p:sp>
      <p:sp>
        <p:nvSpPr>
          <p:cNvPr id="422" name="Google Shape;422;p38"/>
          <p:cNvSpPr txBox="1">
            <a:spLocks noGrp="1"/>
          </p:cNvSpPr>
          <p:nvPr>
            <p:ph type="subTitle" idx="5"/>
          </p:nvPr>
        </p:nvSpPr>
        <p:spPr>
          <a:xfrm>
            <a:off x="702599" y="3242975"/>
            <a:ext cx="7738800" cy="36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600"/>
              <a:t>2.   </a:t>
            </a:r>
            <a:r>
              <a:rPr lang="en"/>
              <a:t>Participants assigned to either control or manipulated group</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427" name="Google Shape;427;p3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Methods cont.</a:t>
            </a:r>
            <a:endParaRPr/>
          </a:p>
        </p:txBody>
      </p:sp>
      <p:sp>
        <p:nvSpPr>
          <p:cNvPr id="428" name="Google Shape;428;p39"/>
          <p:cNvSpPr txBox="1">
            <a:spLocks noGrp="1"/>
          </p:cNvSpPr>
          <p:nvPr>
            <p:ph type="subTitle" idx="4"/>
          </p:nvPr>
        </p:nvSpPr>
        <p:spPr>
          <a:xfrm>
            <a:off x="-584125" y="1468800"/>
            <a:ext cx="9642000" cy="365700"/>
          </a:xfrm>
          <a:prstGeom prst="rect">
            <a:avLst/>
          </a:prstGeom>
        </p:spPr>
        <p:txBody>
          <a:bodyPr spcFirstLastPara="1" wrap="square" lIns="91425" tIns="91425" rIns="91425" bIns="91425" anchor="b" anchorCtr="0">
            <a:noAutofit/>
          </a:bodyPr>
          <a:lstStyle/>
          <a:p>
            <a:pPr marL="914400" lvl="0" indent="0" algn="l" rtl="0">
              <a:spcBef>
                <a:spcPts val="0"/>
              </a:spcBef>
              <a:spcAft>
                <a:spcPts val="0"/>
              </a:spcAft>
              <a:buNone/>
            </a:pPr>
            <a:r>
              <a:rPr lang="en"/>
              <a:t>3. Participants are invited into the lab room where a “partner” (confederate) is waiting.</a:t>
            </a:r>
            <a:endParaRPr/>
          </a:p>
        </p:txBody>
      </p:sp>
      <p:sp>
        <p:nvSpPr>
          <p:cNvPr id="429" name="Google Shape;429;p39"/>
          <p:cNvSpPr txBox="1">
            <a:spLocks noGrp="1"/>
          </p:cNvSpPr>
          <p:nvPr>
            <p:ph type="subTitle" idx="5"/>
          </p:nvPr>
        </p:nvSpPr>
        <p:spPr>
          <a:xfrm>
            <a:off x="315749" y="2519825"/>
            <a:ext cx="7738800" cy="36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4. The researcher gives the pair a rigged cognitive assignment to work on together</a:t>
            </a:r>
            <a:endParaRPr/>
          </a:p>
        </p:txBody>
      </p:sp>
      <p:sp>
        <p:nvSpPr>
          <p:cNvPr id="430" name="Google Shape;430;p39"/>
          <p:cNvSpPr txBox="1">
            <a:spLocks noGrp="1"/>
          </p:cNvSpPr>
          <p:nvPr>
            <p:ph type="subTitle" idx="4"/>
          </p:nvPr>
        </p:nvSpPr>
        <p:spPr>
          <a:xfrm>
            <a:off x="-635850" y="3964300"/>
            <a:ext cx="9642000" cy="365700"/>
          </a:xfrm>
          <a:prstGeom prst="rect">
            <a:avLst/>
          </a:prstGeom>
        </p:spPr>
        <p:txBody>
          <a:bodyPr spcFirstLastPara="1" wrap="square" lIns="91425" tIns="91425" rIns="91425" bIns="91425" anchor="b" anchorCtr="0">
            <a:noAutofit/>
          </a:bodyPr>
          <a:lstStyle/>
          <a:p>
            <a:pPr marL="914400" lvl="0" indent="0" algn="l" rtl="0">
              <a:spcBef>
                <a:spcPts val="0"/>
              </a:spcBef>
              <a:spcAft>
                <a:spcPts val="0"/>
              </a:spcAft>
              <a:buNone/>
            </a:pPr>
            <a:r>
              <a:rPr lang="en"/>
              <a:t>5. The participant is then led to another room and asked to complete a self report on admission of wrongdoing and an intellectual humility scale (Porter &amp; Schumann, 2018)</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40"/>
          <p:cNvSpPr txBox="1">
            <a:spLocks noGrp="1"/>
          </p:cNvSpPr>
          <p:nvPr>
            <p:ph type="title"/>
          </p:nvPr>
        </p:nvSpPr>
        <p:spPr>
          <a:xfrm>
            <a:off x="720000" y="30007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5-item self-report </a:t>
            </a:r>
            <a:endParaRPr/>
          </a:p>
        </p:txBody>
      </p:sp>
      <p:graphicFrame>
        <p:nvGraphicFramePr>
          <p:cNvPr id="436" name="Google Shape;436;p40"/>
          <p:cNvGraphicFramePr/>
          <p:nvPr/>
        </p:nvGraphicFramePr>
        <p:xfrm>
          <a:off x="720000" y="872775"/>
          <a:ext cx="7704000" cy="3725691"/>
        </p:xfrm>
        <a:graphic>
          <a:graphicData uri="http://schemas.openxmlformats.org/drawingml/2006/table">
            <a:tbl>
              <a:tblPr>
                <a:noFill/>
                <a:tableStyleId>{70B40A5A-D7B2-4AD5-BCE4-0481CC6A861C}</a:tableStyleId>
              </a:tblPr>
              <a:tblGrid>
                <a:gridCol w="518250">
                  <a:extLst>
                    <a:ext uri="{9D8B030D-6E8A-4147-A177-3AD203B41FA5}">
                      <a16:colId xmlns:a16="http://schemas.microsoft.com/office/drawing/2014/main" val="20000"/>
                    </a:ext>
                  </a:extLst>
                </a:gridCol>
                <a:gridCol w="7185750">
                  <a:extLst>
                    <a:ext uri="{9D8B030D-6E8A-4147-A177-3AD203B41FA5}">
                      <a16:colId xmlns:a16="http://schemas.microsoft.com/office/drawing/2014/main" val="20001"/>
                    </a:ext>
                  </a:extLst>
                </a:gridCol>
              </a:tblGrid>
              <a:tr h="491625">
                <a:tc>
                  <a:txBody>
                    <a:bodyPr/>
                    <a:lstStyle/>
                    <a:p>
                      <a:pPr marL="0" lvl="0" indent="0" algn="ctr" rtl="0">
                        <a:spcBef>
                          <a:spcPts val="0"/>
                        </a:spcBef>
                        <a:spcAft>
                          <a:spcPts val="0"/>
                        </a:spcAft>
                        <a:buNone/>
                      </a:pPr>
                      <a:r>
                        <a:rPr lang="en" sz="1500" b="1">
                          <a:latin typeface="Hanken Grotesk"/>
                          <a:ea typeface="Hanken Grotesk"/>
                          <a:cs typeface="Hanken Grotesk"/>
                          <a:sym typeface="Hanken Grotesk"/>
                        </a:rPr>
                        <a:t>1</a:t>
                      </a:r>
                      <a:endParaRPr sz="1500" b="1">
                        <a:latin typeface="Hanken Grotesk"/>
                        <a:ea typeface="Hanken Grotesk"/>
                        <a:cs typeface="Hanken Grotesk"/>
                        <a:sym typeface="Hanken Grotesk"/>
                      </a:endParaRPr>
                    </a:p>
                  </a:txBody>
                  <a:tcPr marL="91425" marR="91425" marT="91425" marB="91425"/>
                </a:tc>
                <a:tc>
                  <a:txBody>
                    <a:bodyPr/>
                    <a:lstStyle/>
                    <a:p>
                      <a:pPr marL="0" lvl="0" indent="0" algn="l" rtl="0">
                        <a:spcBef>
                          <a:spcPts val="0"/>
                        </a:spcBef>
                        <a:spcAft>
                          <a:spcPts val="0"/>
                        </a:spcAft>
                        <a:buNone/>
                      </a:pPr>
                      <a:r>
                        <a:rPr lang="en" b="1">
                          <a:latin typeface="Hanken Grotesk"/>
                          <a:ea typeface="Hanken Grotesk"/>
                          <a:cs typeface="Hanken Grotesk"/>
                          <a:sym typeface="Hanken Grotesk"/>
                        </a:rPr>
                        <a:t>How did you perform in accordance with your expectations? (1 - 7 scale)</a:t>
                      </a:r>
                      <a:endParaRPr b="1">
                        <a:latin typeface="Hanken Grotesk"/>
                        <a:ea typeface="Hanken Grotesk"/>
                        <a:cs typeface="Hanken Grotesk"/>
                        <a:sym typeface="Hanken Grotesk"/>
                      </a:endParaRPr>
                    </a:p>
                  </a:txBody>
                  <a:tcPr marL="91425" marR="91425" marT="91425" marB="91425"/>
                </a:tc>
                <a:extLst>
                  <a:ext uri="{0D108BD9-81ED-4DB2-BD59-A6C34878D82A}">
                    <a16:rowId xmlns:a16="http://schemas.microsoft.com/office/drawing/2014/main" val="10000"/>
                  </a:ext>
                </a:extLst>
              </a:tr>
              <a:tr h="472750">
                <a:tc>
                  <a:txBody>
                    <a:bodyPr/>
                    <a:lstStyle/>
                    <a:p>
                      <a:pPr marL="0" lvl="0" indent="0" algn="ctr" rtl="0">
                        <a:spcBef>
                          <a:spcPts val="0"/>
                        </a:spcBef>
                        <a:spcAft>
                          <a:spcPts val="0"/>
                        </a:spcAft>
                        <a:buNone/>
                      </a:pPr>
                      <a:r>
                        <a:rPr lang="en" b="1"/>
                        <a:t>2</a:t>
                      </a:r>
                      <a:endParaRPr b="1"/>
                    </a:p>
                  </a:txBody>
                  <a:tcPr marL="91425" marR="91425" marT="91425" marB="91425"/>
                </a:tc>
                <a:tc>
                  <a:txBody>
                    <a:bodyPr/>
                    <a:lstStyle/>
                    <a:p>
                      <a:pPr marL="0" lvl="0" indent="0" algn="l" rtl="0">
                        <a:spcBef>
                          <a:spcPts val="0"/>
                        </a:spcBef>
                        <a:spcAft>
                          <a:spcPts val="0"/>
                        </a:spcAft>
                        <a:buNone/>
                      </a:pPr>
                      <a:r>
                        <a:rPr lang="en" b="1">
                          <a:latin typeface="Hanken Grotesk"/>
                          <a:ea typeface="Hanken Grotesk"/>
                          <a:cs typeface="Hanken Grotesk"/>
                          <a:sym typeface="Hanken Grotesk"/>
                        </a:rPr>
                        <a:t>How challenging did you find the task? (1 - 7 scale)</a:t>
                      </a:r>
                      <a:endParaRPr b="1">
                        <a:latin typeface="Hanken Grotesk"/>
                        <a:ea typeface="Hanken Grotesk"/>
                        <a:cs typeface="Hanken Grotesk"/>
                        <a:sym typeface="Hanken Grotesk"/>
                      </a:endParaRPr>
                    </a:p>
                  </a:txBody>
                  <a:tcPr marL="91425" marR="91425" marT="91425" marB="91425"/>
                </a:tc>
                <a:extLst>
                  <a:ext uri="{0D108BD9-81ED-4DB2-BD59-A6C34878D82A}">
                    <a16:rowId xmlns:a16="http://schemas.microsoft.com/office/drawing/2014/main" val="10001"/>
                  </a:ext>
                </a:extLst>
              </a:tr>
              <a:tr h="472750">
                <a:tc>
                  <a:txBody>
                    <a:bodyPr/>
                    <a:lstStyle/>
                    <a:p>
                      <a:pPr marL="0" lvl="0" indent="0" algn="ctr" rtl="0">
                        <a:spcBef>
                          <a:spcPts val="0"/>
                        </a:spcBef>
                        <a:spcAft>
                          <a:spcPts val="0"/>
                        </a:spcAft>
                        <a:buNone/>
                      </a:pPr>
                      <a:r>
                        <a:rPr lang="en" b="1"/>
                        <a:t>3</a:t>
                      </a:r>
                      <a:endParaRPr b="1"/>
                    </a:p>
                  </a:txBody>
                  <a:tcPr marL="91425" marR="91425" marT="91425" marB="91425"/>
                </a:tc>
                <a:tc>
                  <a:txBody>
                    <a:bodyPr/>
                    <a:lstStyle/>
                    <a:p>
                      <a:pPr marL="0" lvl="0" indent="0" algn="l" rtl="0">
                        <a:spcBef>
                          <a:spcPts val="0"/>
                        </a:spcBef>
                        <a:spcAft>
                          <a:spcPts val="0"/>
                        </a:spcAft>
                        <a:buNone/>
                      </a:pPr>
                      <a:r>
                        <a:rPr lang="en" b="1">
                          <a:latin typeface="Hanken Grotesk"/>
                          <a:ea typeface="Hanken Grotesk"/>
                          <a:cs typeface="Hanken Grotesk"/>
                          <a:sym typeface="Hanken Grotesk"/>
                        </a:rPr>
                        <a:t>How satisfied were you with your own performance? (1 - 7 scale)</a:t>
                      </a:r>
                      <a:endParaRPr b="1">
                        <a:latin typeface="Hanken Grotesk"/>
                        <a:ea typeface="Hanken Grotesk"/>
                        <a:cs typeface="Hanken Grotesk"/>
                        <a:sym typeface="Hanken Grotesk"/>
                      </a:endParaRPr>
                    </a:p>
                  </a:txBody>
                  <a:tcPr marL="91425" marR="91425" marT="91425" marB="91425"/>
                </a:tc>
                <a:extLst>
                  <a:ext uri="{0D108BD9-81ED-4DB2-BD59-A6C34878D82A}">
                    <a16:rowId xmlns:a16="http://schemas.microsoft.com/office/drawing/2014/main" val="10002"/>
                  </a:ext>
                </a:extLst>
              </a:tr>
              <a:tr h="472750">
                <a:tc>
                  <a:txBody>
                    <a:bodyPr/>
                    <a:lstStyle/>
                    <a:p>
                      <a:pPr marL="0" lvl="0" indent="0" algn="ctr" rtl="0">
                        <a:spcBef>
                          <a:spcPts val="0"/>
                        </a:spcBef>
                        <a:spcAft>
                          <a:spcPts val="0"/>
                        </a:spcAft>
                        <a:buNone/>
                      </a:pPr>
                      <a:r>
                        <a:rPr lang="en" b="1"/>
                        <a:t>4</a:t>
                      </a:r>
                      <a:endParaRPr b="1"/>
                    </a:p>
                  </a:txBody>
                  <a:tcPr marL="91425" marR="91425" marT="91425" marB="91425"/>
                </a:tc>
                <a:tc>
                  <a:txBody>
                    <a:bodyPr/>
                    <a:lstStyle/>
                    <a:p>
                      <a:pPr marL="0" lvl="0" indent="0" algn="l" rtl="0">
                        <a:spcBef>
                          <a:spcPts val="0"/>
                        </a:spcBef>
                        <a:spcAft>
                          <a:spcPts val="0"/>
                        </a:spcAft>
                        <a:buNone/>
                      </a:pPr>
                      <a:r>
                        <a:rPr lang="en" b="1">
                          <a:latin typeface="Hanken Grotesk"/>
                          <a:ea typeface="Hanken Grotesk"/>
                          <a:cs typeface="Hanken Grotesk"/>
                          <a:sym typeface="Hanken Grotesk"/>
                        </a:rPr>
                        <a:t>How satisfied were you with your partner’s performace? (1 - 7 scale)</a:t>
                      </a:r>
                      <a:endParaRPr b="1">
                        <a:latin typeface="Hanken Grotesk"/>
                        <a:ea typeface="Hanken Grotesk"/>
                        <a:cs typeface="Hanken Grotesk"/>
                        <a:sym typeface="Hanken Grotesk"/>
                      </a:endParaRPr>
                    </a:p>
                  </a:txBody>
                  <a:tcPr marL="91425" marR="91425" marT="91425" marB="91425"/>
                </a:tc>
                <a:extLst>
                  <a:ext uri="{0D108BD9-81ED-4DB2-BD59-A6C34878D82A}">
                    <a16:rowId xmlns:a16="http://schemas.microsoft.com/office/drawing/2014/main" val="10003"/>
                  </a:ext>
                </a:extLst>
              </a:tr>
              <a:tr h="1727300">
                <a:tc>
                  <a:txBody>
                    <a:bodyPr/>
                    <a:lstStyle/>
                    <a:p>
                      <a:pPr marL="0" lvl="0" indent="0" algn="ctr" rtl="0">
                        <a:spcBef>
                          <a:spcPts val="0"/>
                        </a:spcBef>
                        <a:spcAft>
                          <a:spcPts val="0"/>
                        </a:spcAft>
                        <a:buNone/>
                      </a:pPr>
                      <a:r>
                        <a:rPr lang="en" b="1"/>
                        <a:t>5</a:t>
                      </a:r>
                      <a:endParaRPr b="1"/>
                    </a:p>
                  </a:txBody>
                  <a:tcPr marL="91425" marR="91425" marT="91425" marB="91425"/>
                </a:tc>
                <a:tc>
                  <a:txBody>
                    <a:bodyPr/>
                    <a:lstStyle/>
                    <a:p>
                      <a:pPr marL="457200" lvl="0" indent="-317500" algn="l" rtl="0">
                        <a:lnSpc>
                          <a:spcPct val="115000"/>
                        </a:lnSpc>
                        <a:spcBef>
                          <a:spcPts val="0"/>
                        </a:spcBef>
                        <a:spcAft>
                          <a:spcPts val="0"/>
                        </a:spcAft>
                        <a:buClr>
                          <a:schemeClr val="dk1"/>
                        </a:buClr>
                        <a:buSzPts val="1400"/>
                        <a:buFont typeface="Hanken Grotesk"/>
                        <a:buAutoNum type="alphaLcParenR"/>
                      </a:pPr>
                      <a:r>
                        <a:rPr lang="en" b="1">
                          <a:solidFill>
                            <a:schemeClr val="dk1"/>
                          </a:solidFill>
                          <a:latin typeface="Hanken Grotesk"/>
                          <a:ea typeface="Hanken Grotesk"/>
                          <a:cs typeface="Hanken Grotesk"/>
                          <a:sym typeface="Hanken Grotesk"/>
                        </a:rPr>
                        <a:t>If you successfully completed the task:</a:t>
                      </a:r>
                      <a:endParaRPr b="1">
                        <a:solidFill>
                          <a:schemeClr val="dk1"/>
                        </a:solidFill>
                        <a:latin typeface="Hanken Grotesk"/>
                        <a:ea typeface="Hanken Grotesk"/>
                        <a:cs typeface="Hanken Grotesk"/>
                        <a:sym typeface="Hanken Grotesk"/>
                      </a:endParaRPr>
                    </a:p>
                    <a:p>
                      <a:pPr marL="0" lvl="0" indent="0" algn="l" rtl="0">
                        <a:lnSpc>
                          <a:spcPct val="115000"/>
                        </a:lnSpc>
                        <a:spcBef>
                          <a:spcPts val="0"/>
                        </a:spcBef>
                        <a:spcAft>
                          <a:spcPts val="0"/>
                        </a:spcAft>
                        <a:buNone/>
                      </a:pPr>
                      <a:r>
                        <a:rPr lang="en" b="1">
                          <a:solidFill>
                            <a:schemeClr val="dk1"/>
                          </a:solidFill>
                          <a:latin typeface="Hanken Grotesk"/>
                          <a:ea typeface="Hanken Grotesk"/>
                          <a:cs typeface="Hanken Grotesk"/>
                          <a:sym typeface="Hanken Grotesk"/>
                        </a:rPr>
                        <a:t>Who do you think contributed more to the completion of the task? (me/my partner)</a:t>
                      </a:r>
                      <a:endParaRPr b="1">
                        <a:solidFill>
                          <a:schemeClr val="dk1"/>
                        </a:solidFill>
                        <a:latin typeface="Hanken Grotesk"/>
                        <a:ea typeface="Hanken Grotesk"/>
                        <a:cs typeface="Hanken Grotesk"/>
                        <a:sym typeface="Hanken Grotesk"/>
                      </a:endParaRPr>
                    </a:p>
                    <a:p>
                      <a:pPr marL="457200" lvl="0" indent="12700" algn="l" rtl="0">
                        <a:lnSpc>
                          <a:spcPct val="115000"/>
                        </a:lnSpc>
                        <a:spcBef>
                          <a:spcPts val="0"/>
                        </a:spcBef>
                        <a:spcAft>
                          <a:spcPts val="0"/>
                        </a:spcAft>
                        <a:buNone/>
                      </a:pPr>
                      <a:r>
                        <a:rPr lang="en" b="1">
                          <a:solidFill>
                            <a:schemeClr val="dk1"/>
                          </a:solidFill>
                          <a:latin typeface="Hanken Grotesk"/>
                          <a:ea typeface="Hanken Grotesk"/>
                          <a:cs typeface="Hanken Grotesk"/>
                          <a:sym typeface="Hanken Grotesk"/>
                        </a:rPr>
                        <a:t> </a:t>
                      </a:r>
                      <a:endParaRPr b="1">
                        <a:solidFill>
                          <a:schemeClr val="dk1"/>
                        </a:solidFill>
                        <a:latin typeface="Hanken Grotesk"/>
                        <a:ea typeface="Hanken Grotesk"/>
                        <a:cs typeface="Hanken Grotesk"/>
                        <a:sym typeface="Hanken Grotesk"/>
                      </a:endParaRPr>
                    </a:p>
                    <a:p>
                      <a:pPr marL="457200" lvl="0" indent="-317500" algn="l" rtl="0">
                        <a:lnSpc>
                          <a:spcPct val="115000"/>
                        </a:lnSpc>
                        <a:spcBef>
                          <a:spcPts val="0"/>
                        </a:spcBef>
                        <a:spcAft>
                          <a:spcPts val="0"/>
                        </a:spcAft>
                        <a:buClr>
                          <a:schemeClr val="dk1"/>
                        </a:buClr>
                        <a:buSzPts val="1400"/>
                        <a:buFont typeface="Hanken Grotesk"/>
                        <a:buAutoNum type="alphaLcParenR"/>
                      </a:pPr>
                      <a:r>
                        <a:rPr lang="en" b="1">
                          <a:solidFill>
                            <a:schemeClr val="dk1"/>
                          </a:solidFill>
                          <a:latin typeface="Hanken Grotesk"/>
                          <a:ea typeface="Hanken Grotesk"/>
                          <a:cs typeface="Hanken Grotesk"/>
                          <a:sym typeface="Hanken Grotesk"/>
                        </a:rPr>
                        <a:t>If you failed to complete the task:</a:t>
                      </a:r>
                      <a:endParaRPr b="1">
                        <a:solidFill>
                          <a:schemeClr val="dk1"/>
                        </a:solidFill>
                        <a:latin typeface="Hanken Grotesk"/>
                        <a:ea typeface="Hanken Grotesk"/>
                        <a:cs typeface="Hanken Grotesk"/>
                        <a:sym typeface="Hanken Grotesk"/>
                      </a:endParaRPr>
                    </a:p>
                    <a:p>
                      <a:pPr marL="0" lvl="0" indent="0" algn="l" rtl="0">
                        <a:lnSpc>
                          <a:spcPct val="115000"/>
                        </a:lnSpc>
                        <a:spcBef>
                          <a:spcPts val="0"/>
                        </a:spcBef>
                        <a:spcAft>
                          <a:spcPts val="0"/>
                        </a:spcAft>
                        <a:buNone/>
                      </a:pPr>
                      <a:r>
                        <a:rPr lang="en" b="1">
                          <a:solidFill>
                            <a:schemeClr val="dk1"/>
                          </a:solidFill>
                          <a:latin typeface="Hanken Grotesk"/>
                          <a:ea typeface="Hanken Grotesk"/>
                          <a:cs typeface="Hanken Grotesk"/>
                          <a:sym typeface="Hanken Grotesk"/>
                        </a:rPr>
                        <a:t>Who do you think contributed more to the failure of the task? (me/my partner)</a:t>
                      </a:r>
                      <a:endParaRPr b="1">
                        <a:solidFill>
                          <a:schemeClr val="dk1"/>
                        </a:solidFill>
                        <a:latin typeface="Hanken Grotesk"/>
                        <a:ea typeface="Hanken Grotesk"/>
                        <a:cs typeface="Hanken Grotesk"/>
                        <a:sym typeface="Hanken Grotesk"/>
                      </a:endParaRPr>
                    </a:p>
                    <a:p>
                      <a:pPr marL="0" lvl="0" indent="0" algn="l" rtl="0">
                        <a:lnSpc>
                          <a:spcPct val="115000"/>
                        </a:lnSpc>
                        <a:spcBef>
                          <a:spcPts val="0"/>
                        </a:spcBef>
                        <a:spcAft>
                          <a:spcPts val="0"/>
                        </a:spcAft>
                        <a:buNone/>
                      </a:pPr>
                      <a:r>
                        <a:rPr lang="en" sz="1100">
                          <a:solidFill>
                            <a:srgbClr val="7030A0"/>
                          </a:solidFill>
                          <a:latin typeface="Times New Roman"/>
                          <a:ea typeface="Times New Roman"/>
                          <a:cs typeface="Times New Roman"/>
                          <a:sym typeface="Times New Roman"/>
                        </a:rPr>
                        <a:t> </a:t>
                      </a:r>
                      <a:endParaRPr sz="1100">
                        <a:solidFill>
                          <a:srgbClr val="7030A0"/>
                        </a:solidFill>
                        <a:latin typeface="Times New Roman"/>
                        <a:ea typeface="Times New Roman"/>
                        <a:cs typeface="Times New Roman"/>
                        <a:sym typeface="Times New Roman"/>
                      </a:endParaRPr>
                    </a:p>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4"/>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sp>
        <p:nvSpPr>
          <p:cNvPr id="441" name="Google Shape;441;p4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5. Expected Results</a:t>
            </a:r>
            <a:endParaRPr/>
          </a:p>
        </p:txBody>
      </p:sp>
      <p:sp>
        <p:nvSpPr>
          <p:cNvPr id="442" name="Google Shape;442;p41"/>
          <p:cNvSpPr txBox="1">
            <a:spLocks noGrp="1"/>
          </p:cNvSpPr>
          <p:nvPr>
            <p:ph type="subTitle" idx="1"/>
          </p:nvPr>
        </p:nvSpPr>
        <p:spPr>
          <a:xfrm>
            <a:off x="977800" y="2258625"/>
            <a:ext cx="2242500" cy="2025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Mean admission of wrongdoing in the IH condition</a:t>
            </a:r>
            <a:endParaRPr/>
          </a:p>
          <a:p>
            <a:pPr marL="0" lvl="0" indent="0" algn="ctr" rtl="0">
              <a:spcBef>
                <a:spcPts val="0"/>
              </a:spcBef>
              <a:spcAft>
                <a:spcPts val="0"/>
              </a:spcAft>
              <a:buNone/>
            </a:pPr>
            <a:r>
              <a:rPr lang="en" sz="2000" b="1"/>
              <a:t>&gt;</a:t>
            </a:r>
            <a:endParaRPr sz="2000" b="1"/>
          </a:p>
          <a:p>
            <a:pPr marL="0" lvl="0" indent="0" algn="ctr" rtl="0">
              <a:spcBef>
                <a:spcPts val="0"/>
              </a:spcBef>
              <a:spcAft>
                <a:spcPts val="0"/>
              </a:spcAft>
              <a:buNone/>
            </a:pPr>
            <a:r>
              <a:rPr lang="en"/>
              <a:t>Mean admission of wrongdoing in the control condition </a:t>
            </a:r>
            <a:endParaRPr/>
          </a:p>
        </p:txBody>
      </p:sp>
      <p:sp>
        <p:nvSpPr>
          <p:cNvPr id="443" name="Google Shape;443;p41"/>
          <p:cNvSpPr txBox="1">
            <a:spLocks noGrp="1"/>
          </p:cNvSpPr>
          <p:nvPr>
            <p:ph type="subTitle" idx="2"/>
          </p:nvPr>
        </p:nvSpPr>
        <p:spPr>
          <a:xfrm>
            <a:off x="3450750" y="2258625"/>
            <a:ext cx="2242500" cy="1769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Mean admission of wrongdoing for people diagnosed with ASPD </a:t>
            </a:r>
            <a:endParaRPr/>
          </a:p>
          <a:p>
            <a:pPr marL="0" lvl="0" indent="0" algn="ctr" rtl="0">
              <a:spcBef>
                <a:spcPts val="0"/>
              </a:spcBef>
              <a:spcAft>
                <a:spcPts val="0"/>
              </a:spcAft>
              <a:buNone/>
            </a:pPr>
            <a:r>
              <a:rPr lang="en" sz="2000" b="1"/>
              <a:t>&lt;</a:t>
            </a:r>
            <a:endParaRPr sz="2000" b="1"/>
          </a:p>
          <a:p>
            <a:pPr marL="0" lvl="0" indent="0" algn="ctr" rtl="0">
              <a:spcBef>
                <a:spcPts val="0"/>
              </a:spcBef>
              <a:spcAft>
                <a:spcPts val="0"/>
              </a:spcAft>
              <a:buNone/>
            </a:pPr>
            <a:r>
              <a:rPr lang="en"/>
              <a:t>Mean admission of wrongdoing for people without ASPD</a:t>
            </a:r>
            <a:endParaRPr/>
          </a:p>
        </p:txBody>
      </p:sp>
      <p:sp>
        <p:nvSpPr>
          <p:cNvPr id="444" name="Google Shape;444;p41"/>
          <p:cNvSpPr txBox="1">
            <a:spLocks noGrp="1"/>
          </p:cNvSpPr>
          <p:nvPr>
            <p:ph type="subTitle" idx="3"/>
          </p:nvPr>
        </p:nvSpPr>
        <p:spPr>
          <a:xfrm>
            <a:off x="5923700" y="2258625"/>
            <a:ext cx="2242500" cy="2025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a:p>
            <a:pPr marL="0" lvl="0" indent="0" algn="ctr" rtl="0">
              <a:spcBef>
                <a:spcPts val="0"/>
              </a:spcBef>
              <a:spcAft>
                <a:spcPts val="0"/>
              </a:spcAft>
              <a:buNone/>
            </a:pPr>
            <a:r>
              <a:rPr lang="en"/>
              <a:t>The positive manipulation of Intellectual humility will be stronger for participants without ASPD</a:t>
            </a:r>
            <a:endParaRPr/>
          </a:p>
        </p:txBody>
      </p:sp>
      <p:sp>
        <p:nvSpPr>
          <p:cNvPr id="445" name="Google Shape;445;p41"/>
          <p:cNvSpPr txBox="1">
            <a:spLocks noGrp="1"/>
          </p:cNvSpPr>
          <p:nvPr>
            <p:ph type="subTitle" idx="4"/>
          </p:nvPr>
        </p:nvSpPr>
        <p:spPr>
          <a:xfrm>
            <a:off x="1123003" y="1383425"/>
            <a:ext cx="2242500" cy="36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Main Effect #1</a:t>
            </a:r>
            <a:endParaRPr/>
          </a:p>
        </p:txBody>
      </p:sp>
      <p:sp>
        <p:nvSpPr>
          <p:cNvPr id="446" name="Google Shape;446;p41"/>
          <p:cNvSpPr txBox="1">
            <a:spLocks noGrp="1"/>
          </p:cNvSpPr>
          <p:nvPr>
            <p:ph type="subTitle" idx="5"/>
          </p:nvPr>
        </p:nvSpPr>
        <p:spPr>
          <a:xfrm>
            <a:off x="3450747" y="1383425"/>
            <a:ext cx="2242500" cy="365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Main Effect #2</a:t>
            </a:r>
            <a:endParaRPr/>
          </a:p>
        </p:txBody>
      </p:sp>
      <p:sp>
        <p:nvSpPr>
          <p:cNvPr id="447" name="Google Shape;447;p41"/>
          <p:cNvSpPr txBox="1">
            <a:spLocks noGrp="1"/>
          </p:cNvSpPr>
          <p:nvPr>
            <p:ph type="subTitle" idx="6"/>
          </p:nvPr>
        </p:nvSpPr>
        <p:spPr>
          <a:xfrm>
            <a:off x="5923697" y="1383425"/>
            <a:ext cx="2242500" cy="365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Interaction Effect</a:t>
            </a:r>
            <a:endParaRPr/>
          </a:p>
        </p:txBody>
      </p:sp>
      <p:graphicFrame>
        <p:nvGraphicFramePr>
          <p:cNvPr id="448" name="Google Shape;448;p41"/>
          <p:cNvGraphicFramePr/>
          <p:nvPr/>
        </p:nvGraphicFramePr>
        <p:xfrm>
          <a:off x="952500" y="1203575"/>
          <a:ext cx="7239000" cy="3343100"/>
        </p:xfrm>
        <a:graphic>
          <a:graphicData uri="http://schemas.openxmlformats.org/drawingml/2006/table">
            <a:tbl>
              <a:tblPr>
                <a:noFill/>
                <a:tableStyleId>{70B40A5A-D7B2-4AD5-BCE4-0481CC6A861C}</a:tableStyleId>
              </a:tblPr>
              <a:tblGrid>
                <a:gridCol w="2413000">
                  <a:extLst>
                    <a:ext uri="{9D8B030D-6E8A-4147-A177-3AD203B41FA5}">
                      <a16:colId xmlns:a16="http://schemas.microsoft.com/office/drawing/2014/main" val="20000"/>
                    </a:ext>
                  </a:extLst>
                </a:gridCol>
                <a:gridCol w="2413000">
                  <a:extLst>
                    <a:ext uri="{9D8B030D-6E8A-4147-A177-3AD203B41FA5}">
                      <a16:colId xmlns:a16="http://schemas.microsoft.com/office/drawing/2014/main" val="20001"/>
                    </a:ext>
                  </a:extLst>
                </a:gridCol>
                <a:gridCol w="2413000">
                  <a:extLst>
                    <a:ext uri="{9D8B030D-6E8A-4147-A177-3AD203B41FA5}">
                      <a16:colId xmlns:a16="http://schemas.microsoft.com/office/drawing/2014/main" val="20002"/>
                    </a:ext>
                  </a:extLst>
                </a:gridCol>
              </a:tblGrid>
              <a:tr h="3343100">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0"/>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sp>
        <p:nvSpPr>
          <p:cNvPr id="453" name="Google Shape;453;p42"/>
          <p:cNvSpPr txBox="1">
            <a:spLocks noGrp="1"/>
          </p:cNvSpPr>
          <p:nvPr>
            <p:ph type="title"/>
          </p:nvPr>
        </p:nvSpPr>
        <p:spPr>
          <a:xfrm>
            <a:off x="720000" y="22854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Thanks for Listening!</a:t>
            </a:r>
            <a:endParaRPr/>
          </a:p>
        </p:txBody>
      </p:sp>
    </p:spTree>
  </p:cSld>
  <p:clrMapOvr>
    <a:masterClrMapping/>
  </p:clrMapOvr>
</p:sld>
</file>

<file path=ppt/theme/theme1.xml><?xml version="1.0" encoding="utf-8"?>
<a:theme xmlns:a="http://schemas.openxmlformats.org/drawingml/2006/main" name="Elegant Black &amp; White Thesis Defense by Slidesgo">
  <a:themeElements>
    <a:clrScheme name="Simple Light">
      <a:dk1>
        <a:srgbClr val="333333"/>
      </a:dk1>
      <a:lt1>
        <a:srgbClr val="FDFDFD"/>
      </a:lt1>
      <a:dk2>
        <a:srgbClr val="E8E7E7"/>
      </a:dk2>
      <a:lt2>
        <a:srgbClr val="B2B2B2"/>
      </a:lt2>
      <a:accent1>
        <a:srgbClr val="777777"/>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886</Words>
  <Application>Microsoft Office PowerPoint</Application>
  <PresentationFormat>On-screen Show (16:9)</PresentationFormat>
  <Paragraphs>113</Paragraphs>
  <Slides>13</Slides>
  <Notes>13</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13</vt:i4>
      </vt:variant>
    </vt:vector>
  </HeadingPairs>
  <TitlesOfParts>
    <vt:vector size="24" baseType="lpstr">
      <vt:lpstr>Figtree ExtraBold</vt:lpstr>
      <vt:lpstr>Nunito Light</vt:lpstr>
      <vt:lpstr>Courier New</vt:lpstr>
      <vt:lpstr>Figtree</vt:lpstr>
      <vt:lpstr>Hanken Grotesk</vt:lpstr>
      <vt:lpstr>Times New Roman</vt:lpstr>
      <vt:lpstr>Lato</vt:lpstr>
      <vt:lpstr>Figtree Black</vt:lpstr>
      <vt:lpstr>Hanken Grotesk ExtraBold</vt:lpstr>
      <vt:lpstr>Arial</vt:lpstr>
      <vt:lpstr>Elegant Black &amp; White Thesis Defense by Slidesgo</vt:lpstr>
      <vt:lpstr>Exploring  Future  Research  in  Intellectual  Humility  -  Antisocial  Personality  Disorder</vt:lpstr>
      <vt:lpstr>Table of contents</vt:lpstr>
      <vt:lpstr>Background &amp; Importance</vt:lpstr>
      <vt:lpstr>Previous Research</vt:lpstr>
      <vt:lpstr>2. Research Question</vt:lpstr>
      <vt:lpstr>Hypotheses</vt:lpstr>
      <vt:lpstr>3. Study Design - IV/DV</vt:lpstr>
      <vt:lpstr>Sample Population</vt:lpstr>
      <vt:lpstr>Methods</vt:lpstr>
      <vt:lpstr>Methods cont.</vt:lpstr>
      <vt:lpstr>5-item self-report </vt:lpstr>
      <vt:lpstr>5. Expected Results</vt:lpstr>
      <vt:lpstr>Thanks for Listening!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Bixler, Thomas M</cp:lastModifiedBy>
  <cp:revision>1</cp:revision>
  <dcterms:modified xsi:type="dcterms:W3CDTF">2026-04-21T18:19:37Z</dcterms:modified>
</cp:coreProperties>
</file>