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9" r:id="rId1"/>
  </p:sldMasterIdLst>
  <p:notesMasterIdLst>
    <p:notesMasterId r:id="rId15"/>
  </p:notesMasterIdLst>
  <p:sldIdLst>
    <p:sldId id="256" r:id="rId2"/>
    <p:sldId id="257" r:id="rId3"/>
    <p:sldId id="258" r:id="rId4"/>
    <p:sldId id="259" r:id="rId5"/>
    <p:sldId id="261" r:id="rId6"/>
    <p:sldId id="266" r:id="rId7"/>
    <p:sldId id="262" r:id="rId8"/>
    <p:sldId id="265" r:id="rId9"/>
    <p:sldId id="263" r:id="rId10"/>
    <p:sldId id="269" r:id="rId11"/>
    <p:sldId id="267" r:id="rId12"/>
    <p:sldId id="264"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4" dt="2026-10-13T16:52:29.045"/>
    <p1510:client id="{1E07F575-C2A2-9C61-69D6-A4D884F0CAE9}" v="704" dt="2026-10-13T17:43:43.880"/>
    <p1510:client id="{313A1F9A-1231-4195-B206-EE0406322449}" v="5450" dt="2026-10-12T22:15:50.482"/>
    <p1510:client id="{7CFA8B95-66B0-5341-AE9E-78E1BA6DE296}" v="6" dt="2026-10-13T12:12:26.889"/>
    <p1510:client id="{A6943883-70A1-A730-FC4F-6723403B6800}" v="1" dt="2026-10-13T15:55:30.947"/>
    <p1510:client id="{B299F66A-05FB-D01A-95ED-5460FD1402AC}" v="769" dt="2026-10-12T19:02:47.216"/>
    <p1510:client id="{D398BF20-3607-B1C9-B6A6-E96FD496A750}" v="3978" dt="2026-10-12T19:12:22.094"/>
    <p1510:client id="{FF49329F-4AC5-DC5C-3AA9-14A3DE66A3E7}" v="116" dt="2026-10-13T17:42:57.6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iott, Mia D" userId="S::mde36@pitt.edu::b4e73ba1-5257-41c9-a03c-963d1a4744ee" providerId="AD" clId="Web-{A6943883-70A1-A730-FC4F-6723403B6800}"/>
    <pc:docChg chg="modSld">
      <pc:chgData name="Elliott, Mia D" userId="S::mde36@pitt.edu::b4e73ba1-5257-41c9-a03c-963d1a4744ee" providerId="AD" clId="Web-{A6943883-70A1-A730-FC4F-6723403B6800}" dt="2026-10-13T15:55:30.947" v="0" actId="1076"/>
      <pc:docMkLst>
        <pc:docMk/>
      </pc:docMkLst>
      <pc:sldChg chg="modSp">
        <pc:chgData name="Elliott, Mia D" userId="S::mde36@pitt.edu::b4e73ba1-5257-41c9-a03c-963d1a4744ee" providerId="AD" clId="Web-{A6943883-70A1-A730-FC4F-6723403B6800}" dt="2026-10-13T15:55:30.947" v="0" actId="1076"/>
        <pc:sldMkLst>
          <pc:docMk/>
          <pc:sldMk cId="1850994469" sldId="268"/>
        </pc:sldMkLst>
        <pc:spChg chg="mod">
          <ac:chgData name="Elliott, Mia D" userId="S::mde36@pitt.edu::b4e73ba1-5257-41c9-a03c-963d1a4744ee" providerId="AD" clId="Web-{A6943883-70A1-A730-FC4F-6723403B6800}" dt="2026-10-13T15:55:30.947" v="0" actId="1076"/>
          <ac:spMkLst>
            <pc:docMk/>
            <pc:sldMk cId="1850994469" sldId="268"/>
            <ac:spMk id="6" creationId="{B47521EE-C73F-24D2-5F43-6C0AB78F44EF}"/>
          </ac:spMkLst>
        </pc:spChg>
      </pc:sldChg>
    </pc:docChg>
  </pc:docChgLst>
  <pc:docChgLst>
    <pc:chgData name="Elliott, Mia D" userId="S::mde36@pitt.edu::b4e73ba1-5257-41c9-a03c-963d1a4744ee" providerId="AD" clId="Web-{7CFA8B95-66B0-5341-AE9E-78E1BA6DE296}"/>
    <pc:docChg chg="modSld">
      <pc:chgData name="Elliott, Mia D" userId="S::mde36@pitt.edu::b4e73ba1-5257-41c9-a03c-963d1a4744ee" providerId="AD" clId="Web-{7CFA8B95-66B0-5341-AE9E-78E1BA6DE296}" dt="2026-10-13T12:12:26.889" v="5" actId="14100"/>
      <pc:docMkLst>
        <pc:docMk/>
      </pc:docMkLst>
      <pc:sldChg chg="modSp">
        <pc:chgData name="Elliott, Mia D" userId="S::mde36@pitt.edu::b4e73ba1-5257-41c9-a03c-963d1a4744ee" providerId="AD" clId="Web-{7CFA8B95-66B0-5341-AE9E-78E1BA6DE296}" dt="2026-10-13T12:11:44.264" v="2" actId="1076"/>
        <pc:sldMkLst>
          <pc:docMk/>
          <pc:sldMk cId="2438932041" sldId="259"/>
        </pc:sldMkLst>
        <pc:spChg chg="mod">
          <ac:chgData name="Elliott, Mia D" userId="S::mde36@pitt.edu::b4e73ba1-5257-41c9-a03c-963d1a4744ee" providerId="AD" clId="Web-{7CFA8B95-66B0-5341-AE9E-78E1BA6DE296}" dt="2026-10-13T12:11:44.264" v="2" actId="1076"/>
          <ac:spMkLst>
            <pc:docMk/>
            <pc:sldMk cId="2438932041" sldId="259"/>
            <ac:spMk id="27" creationId="{088BC9E1-2EE5-5181-5E7B-DA83B54D31F8}"/>
          </ac:spMkLst>
        </pc:spChg>
      </pc:sldChg>
      <pc:sldChg chg="modSp">
        <pc:chgData name="Elliott, Mia D" userId="S::mde36@pitt.edu::b4e73ba1-5257-41c9-a03c-963d1a4744ee" providerId="AD" clId="Web-{7CFA8B95-66B0-5341-AE9E-78E1BA6DE296}" dt="2026-10-13T12:12:26.889" v="5" actId="14100"/>
        <pc:sldMkLst>
          <pc:docMk/>
          <pc:sldMk cId="3815677945" sldId="263"/>
        </pc:sldMkLst>
        <pc:spChg chg="mod">
          <ac:chgData name="Elliott, Mia D" userId="S::mde36@pitt.edu::b4e73ba1-5257-41c9-a03c-963d1a4744ee" providerId="AD" clId="Web-{7CFA8B95-66B0-5341-AE9E-78E1BA6DE296}" dt="2026-10-13T12:12:26.889" v="5" actId="14100"/>
          <ac:spMkLst>
            <pc:docMk/>
            <pc:sldMk cId="3815677945" sldId="263"/>
            <ac:spMk id="19" creationId="{5B23A5AF-91E9-9F5A-28C3-7E8FAF08CB4F}"/>
          </ac:spMkLst>
        </pc:spChg>
        <pc:picChg chg="mod">
          <ac:chgData name="Elliott, Mia D" userId="S::mde36@pitt.edu::b4e73ba1-5257-41c9-a03c-963d1a4744ee" providerId="AD" clId="Web-{7CFA8B95-66B0-5341-AE9E-78E1BA6DE296}" dt="2026-10-13T12:12:16.639" v="4" actId="1076"/>
          <ac:picMkLst>
            <pc:docMk/>
            <pc:sldMk cId="3815677945" sldId="263"/>
            <ac:picMk id="15" creationId="{43176808-7B08-FE2E-CCE2-9ABD48E10A58}"/>
          </ac:picMkLst>
        </pc:picChg>
      </pc:sldChg>
    </pc:docChg>
  </pc:docChgLst>
  <pc:docChgLst>
    <pc:chgData name="Hoggard, Gabriel J" userId="S::gjh61@pitt.edu::ca28169d-af31-4376-b491-c5247546c8c9" providerId="AD" clId="Web-{1E07F575-C2A2-9C61-69D6-A4D884F0CAE9}"/>
    <pc:docChg chg="modSld">
      <pc:chgData name="Hoggard, Gabriel J" userId="S::gjh61@pitt.edu::ca28169d-af31-4376-b491-c5247546c8c9" providerId="AD" clId="Web-{1E07F575-C2A2-9C61-69D6-A4D884F0CAE9}" dt="2026-10-13T17:43:41.005" v="354" actId="20577"/>
      <pc:docMkLst>
        <pc:docMk/>
      </pc:docMkLst>
      <pc:sldChg chg="modSp">
        <pc:chgData name="Hoggard, Gabriel J" userId="S::gjh61@pitt.edu::ca28169d-af31-4376-b491-c5247546c8c9" providerId="AD" clId="Web-{1E07F575-C2A2-9C61-69D6-A4D884F0CAE9}" dt="2026-10-13T17:39:31.905" v="258" actId="20577"/>
        <pc:sldMkLst>
          <pc:docMk/>
          <pc:sldMk cId="1460104210" sldId="262"/>
        </pc:sldMkLst>
        <pc:spChg chg="mod">
          <ac:chgData name="Hoggard, Gabriel J" userId="S::gjh61@pitt.edu::ca28169d-af31-4376-b491-c5247546c8c9" providerId="AD" clId="Web-{1E07F575-C2A2-9C61-69D6-A4D884F0CAE9}" dt="2026-10-13T17:39:31.905" v="258" actId="20577"/>
          <ac:spMkLst>
            <pc:docMk/>
            <pc:sldMk cId="1460104210" sldId="262"/>
            <ac:spMk id="3" creationId="{9049685A-A9D4-8DE1-8CE6-AF7C10C1DB84}"/>
          </ac:spMkLst>
        </pc:spChg>
        <pc:spChg chg="mod">
          <ac:chgData name="Hoggard, Gabriel J" userId="S::gjh61@pitt.edu::ca28169d-af31-4376-b491-c5247546c8c9" providerId="AD" clId="Web-{1E07F575-C2A2-9C61-69D6-A4D884F0CAE9}" dt="2026-10-13T17:22:21.191" v="39" actId="20577"/>
          <ac:spMkLst>
            <pc:docMk/>
            <pc:sldMk cId="1460104210" sldId="262"/>
            <ac:spMk id="5" creationId="{D88A0BF0-A8D8-29C1-3302-FEDACAC809F9}"/>
          </ac:spMkLst>
        </pc:spChg>
      </pc:sldChg>
      <pc:sldChg chg="addSp modSp">
        <pc:chgData name="Hoggard, Gabriel J" userId="S::gjh61@pitt.edu::ca28169d-af31-4376-b491-c5247546c8c9" providerId="AD" clId="Web-{1E07F575-C2A2-9C61-69D6-A4D884F0CAE9}" dt="2026-10-13T17:43:41.005" v="354" actId="20577"/>
        <pc:sldMkLst>
          <pc:docMk/>
          <pc:sldMk cId="2511406234" sldId="264"/>
        </pc:sldMkLst>
        <pc:spChg chg="mod">
          <ac:chgData name="Hoggard, Gabriel J" userId="S::gjh61@pitt.edu::ca28169d-af31-4376-b491-c5247546c8c9" providerId="AD" clId="Web-{1E07F575-C2A2-9C61-69D6-A4D884F0CAE9}" dt="2026-10-13T17:42:42.722" v="347" actId="1076"/>
          <ac:spMkLst>
            <pc:docMk/>
            <pc:sldMk cId="2511406234" sldId="264"/>
            <ac:spMk id="4" creationId="{4564F790-9EDC-7C61-5F01-24A01D8A0531}"/>
          </ac:spMkLst>
        </pc:spChg>
        <pc:spChg chg="add mod">
          <ac:chgData name="Hoggard, Gabriel J" userId="S::gjh61@pitt.edu::ca28169d-af31-4376-b491-c5247546c8c9" providerId="AD" clId="Web-{1E07F575-C2A2-9C61-69D6-A4D884F0CAE9}" dt="2026-10-13T17:43:41.005" v="354" actId="20577"/>
          <ac:spMkLst>
            <pc:docMk/>
            <pc:sldMk cId="2511406234" sldId="264"/>
            <ac:spMk id="5" creationId="{7DEB0E8C-ED93-944E-8D75-9FC68EADB1F6}"/>
          </ac:spMkLst>
        </pc:spChg>
      </pc:sldChg>
      <pc:sldChg chg="addSp modSp">
        <pc:chgData name="Hoggard, Gabriel J" userId="S::gjh61@pitt.edu::ca28169d-af31-4376-b491-c5247546c8c9" providerId="AD" clId="Web-{1E07F575-C2A2-9C61-69D6-A4D884F0CAE9}" dt="2026-10-13T17:35:58.884" v="253" actId="20577"/>
        <pc:sldMkLst>
          <pc:docMk/>
          <pc:sldMk cId="3174486032" sldId="265"/>
        </pc:sldMkLst>
        <pc:spChg chg="mod">
          <ac:chgData name="Hoggard, Gabriel J" userId="S::gjh61@pitt.edu::ca28169d-af31-4376-b491-c5247546c8c9" providerId="AD" clId="Web-{1E07F575-C2A2-9C61-69D6-A4D884F0CAE9}" dt="2026-10-13T17:35:58.884" v="253" actId="20577"/>
          <ac:spMkLst>
            <pc:docMk/>
            <pc:sldMk cId="3174486032" sldId="265"/>
            <ac:spMk id="5" creationId="{3545ADAA-ADA4-DAEE-F2B6-62478AF77C7B}"/>
          </ac:spMkLst>
        </pc:spChg>
        <pc:spChg chg="mod">
          <ac:chgData name="Hoggard, Gabriel J" userId="S::gjh61@pitt.edu::ca28169d-af31-4376-b491-c5247546c8c9" providerId="AD" clId="Web-{1E07F575-C2A2-9C61-69D6-A4D884F0CAE9}" dt="2026-10-13T17:35:54.665" v="252" actId="20577"/>
          <ac:spMkLst>
            <pc:docMk/>
            <pc:sldMk cId="3174486032" sldId="265"/>
            <ac:spMk id="6" creationId="{0E5869CC-7414-1025-94FC-478241D75315}"/>
          </ac:spMkLst>
        </pc:spChg>
        <pc:spChg chg="mod">
          <ac:chgData name="Hoggard, Gabriel J" userId="S::gjh61@pitt.edu::ca28169d-af31-4376-b491-c5247546c8c9" providerId="AD" clId="Web-{1E07F575-C2A2-9C61-69D6-A4D884F0CAE9}" dt="2026-10-13T17:35:48.837" v="251" actId="20577"/>
          <ac:spMkLst>
            <pc:docMk/>
            <pc:sldMk cId="3174486032" sldId="265"/>
            <ac:spMk id="7" creationId="{8372CE34-886F-4F5A-8612-AAF7799A8F4C}"/>
          </ac:spMkLst>
        </pc:spChg>
        <pc:picChg chg="add mod">
          <ac:chgData name="Hoggard, Gabriel J" userId="S::gjh61@pitt.edu::ca28169d-af31-4376-b491-c5247546c8c9" providerId="AD" clId="Web-{1E07F575-C2A2-9C61-69D6-A4D884F0CAE9}" dt="2026-10-13T17:20:42.298" v="5" actId="1076"/>
          <ac:picMkLst>
            <pc:docMk/>
            <pc:sldMk cId="3174486032" sldId="265"/>
            <ac:picMk id="3" creationId="{CFD70D00-4BA1-004E-13A7-A87741AEBF55}"/>
          </ac:picMkLst>
        </pc:picChg>
      </pc:sldChg>
    </pc:docChg>
  </pc:docChgLst>
  <pc:docChgLst>
    <pc:chgData name="Elliott, Mia D" userId="S::mde36@pitt.edu::b4e73ba1-5257-41c9-a03c-963d1a4744ee" providerId="AD" clId="Web-{00000000-0000-0000-0000-000000000000}"/>
    <pc:docChg chg="modSld">
      <pc:chgData name="Elliott, Mia D" userId="S::mde36@pitt.edu::b4e73ba1-5257-41c9-a03c-963d1a4744ee" providerId="AD" clId="Web-{00000000-0000-0000-0000-000000000000}" dt="2026-10-13T17:01:59.799" v="40"/>
      <pc:docMkLst>
        <pc:docMk/>
      </pc:docMkLst>
      <pc:sldChg chg="modNotes">
        <pc:chgData name="Elliott, Mia D" userId="S::mde36@pitt.edu::b4e73ba1-5257-41c9-a03c-963d1a4744ee" providerId="AD" clId="Web-{00000000-0000-0000-0000-000000000000}" dt="2026-10-13T16:48:03.317" v="3"/>
        <pc:sldMkLst>
          <pc:docMk/>
          <pc:sldMk cId="3815677945" sldId="263"/>
        </pc:sldMkLst>
      </pc:sldChg>
      <pc:sldChg chg="addSp modSp">
        <pc:chgData name="Elliott, Mia D" userId="S::mde36@pitt.edu::b4e73ba1-5257-41c9-a03c-963d1a4744ee" providerId="AD" clId="Web-{00000000-0000-0000-0000-000000000000}" dt="2026-10-13T16:52:28.936" v="19" actId="20577"/>
        <pc:sldMkLst>
          <pc:docMk/>
          <pc:sldMk cId="2511406234" sldId="264"/>
        </pc:sldMkLst>
        <pc:spChg chg="add mod">
          <ac:chgData name="Elliott, Mia D" userId="S::mde36@pitt.edu::b4e73ba1-5257-41c9-a03c-963d1a4744ee" providerId="AD" clId="Web-{00000000-0000-0000-0000-000000000000}" dt="2026-10-13T16:52:28.936" v="19" actId="20577"/>
          <ac:spMkLst>
            <pc:docMk/>
            <pc:sldMk cId="2511406234" sldId="264"/>
            <ac:spMk id="4" creationId="{4564F790-9EDC-7C61-5F01-24A01D8A0531}"/>
          </ac:spMkLst>
        </pc:spChg>
      </pc:sldChg>
      <pc:sldChg chg="modNotes">
        <pc:chgData name="Elliott, Mia D" userId="S::mde36@pitt.edu::b4e73ba1-5257-41c9-a03c-963d1a4744ee" providerId="AD" clId="Web-{00000000-0000-0000-0000-000000000000}" dt="2026-10-13T17:01:59.799" v="40"/>
        <pc:sldMkLst>
          <pc:docMk/>
          <pc:sldMk cId="500603592" sldId="267"/>
        </pc:sldMkLst>
      </pc:sldChg>
    </pc:docChg>
  </pc:docChgLst>
  <pc:docChgLst>
    <pc:chgData name="Hoggard, Gabriel J" userId="S::gjh61@pitt.edu::ca28169d-af31-4376-b491-c5247546c8c9" providerId="AD" clId="Web-{00000000-0000-0000-0000-000000000000}"/>
    <pc:docChg chg="addSld modSld sldOrd">
      <pc:chgData name="Hoggard, Gabriel J" userId="S::gjh61@pitt.edu::ca28169d-af31-4376-b491-c5247546c8c9" providerId="AD" clId="Web-{00000000-0000-0000-0000-000000000000}" dt="2026-10-06T20:44:22.190" v="283" actId="20577"/>
      <pc:docMkLst>
        <pc:docMk/>
      </pc:docMkLst>
      <pc:sldChg chg="modSp">
        <pc:chgData name="Hoggard, Gabriel J" userId="S::gjh61@pitt.edu::ca28169d-af31-4376-b491-c5247546c8c9" providerId="AD" clId="Web-{00000000-0000-0000-0000-000000000000}" dt="2026-10-06T20:38:41.565" v="144" actId="20577"/>
        <pc:sldMkLst>
          <pc:docMk/>
          <pc:sldMk cId="3077186349" sldId="257"/>
        </pc:sldMkLst>
      </pc:sldChg>
      <pc:sldChg chg="modSp">
        <pc:chgData name="Hoggard, Gabriel J" userId="S::gjh61@pitt.edu::ca28169d-af31-4376-b491-c5247546c8c9" providerId="AD" clId="Web-{00000000-0000-0000-0000-000000000000}" dt="2026-10-06T20:39:12.221" v="168" actId="20577"/>
        <pc:sldMkLst>
          <pc:docMk/>
          <pc:sldMk cId="3334151547" sldId="258"/>
        </pc:sldMkLst>
      </pc:sldChg>
      <pc:sldChg chg="modSp new ord">
        <pc:chgData name="Hoggard, Gabriel J" userId="S::gjh61@pitt.edu::ca28169d-af31-4376-b491-c5247546c8c9" providerId="AD" clId="Web-{00000000-0000-0000-0000-000000000000}" dt="2026-10-06T20:39:29.378" v="179" actId="20577"/>
        <pc:sldMkLst>
          <pc:docMk/>
          <pc:sldMk cId="2438932041" sldId="259"/>
        </pc:sldMkLst>
        <pc:spChg chg="mod">
          <ac:chgData name="Hoggard, Gabriel J" userId="S::gjh61@pitt.edu::ca28169d-af31-4376-b491-c5247546c8c9" providerId="AD" clId="Web-{00000000-0000-0000-0000-000000000000}" dt="2026-10-06T20:39:29.378" v="179" actId="20577"/>
          <ac:spMkLst>
            <pc:docMk/>
            <pc:sldMk cId="2438932041" sldId="259"/>
            <ac:spMk id="2" creationId="{63B86E31-685D-9D32-7FA8-CE3452A5A258}"/>
          </ac:spMkLst>
        </pc:spChg>
      </pc:sldChg>
      <pc:sldChg chg="modSp">
        <pc:chgData name="Hoggard, Gabriel J" userId="S::gjh61@pitt.edu::ca28169d-af31-4376-b491-c5247546c8c9" providerId="AD" clId="Web-{00000000-0000-0000-0000-000000000000}" dt="2026-10-06T20:42:55.503" v="227" actId="20577"/>
        <pc:sldMkLst>
          <pc:docMk/>
          <pc:sldMk cId="3547153506" sldId="261"/>
        </pc:sldMkLst>
        <pc:spChg chg="mod">
          <ac:chgData name="Hoggard, Gabriel J" userId="S::gjh61@pitt.edu::ca28169d-af31-4376-b491-c5247546c8c9" providerId="AD" clId="Web-{00000000-0000-0000-0000-000000000000}" dt="2026-10-06T20:42:55.503" v="227" actId="20577"/>
          <ac:spMkLst>
            <pc:docMk/>
            <pc:sldMk cId="3547153506" sldId="261"/>
            <ac:spMk id="2" creationId="{47CC8CFE-9436-E0B8-C4E6-1BE53F5A6C74}"/>
          </ac:spMkLst>
        </pc:spChg>
      </pc:sldChg>
      <pc:sldChg chg="modSp">
        <pc:chgData name="Hoggard, Gabriel J" userId="S::gjh61@pitt.edu::ca28169d-af31-4376-b491-c5247546c8c9" providerId="AD" clId="Web-{00000000-0000-0000-0000-000000000000}" dt="2026-10-06T20:43:15.284" v="245" actId="20577"/>
        <pc:sldMkLst>
          <pc:docMk/>
          <pc:sldMk cId="1460104210" sldId="262"/>
        </pc:sldMkLst>
        <pc:spChg chg="mod">
          <ac:chgData name="Hoggard, Gabriel J" userId="S::gjh61@pitt.edu::ca28169d-af31-4376-b491-c5247546c8c9" providerId="AD" clId="Web-{00000000-0000-0000-0000-000000000000}" dt="2026-10-06T20:43:15.284" v="245" actId="20577"/>
          <ac:spMkLst>
            <pc:docMk/>
            <pc:sldMk cId="1460104210" sldId="262"/>
            <ac:spMk id="4" creationId="{06740C98-0B8F-21C4-51D0-FA444E981984}"/>
          </ac:spMkLst>
        </pc:spChg>
      </pc:sldChg>
      <pc:sldChg chg="modSp">
        <pc:chgData name="Hoggard, Gabriel J" userId="S::gjh61@pitt.edu::ca28169d-af31-4376-b491-c5247546c8c9" providerId="AD" clId="Web-{00000000-0000-0000-0000-000000000000}" dt="2026-10-06T20:43:52.596" v="267" actId="14100"/>
        <pc:sldMkLst>
          <pc:docMk/>
          <pc:sldMk cId="3815677945" sldId="263"/>
        </pc:sldMkLst>
        <pc:spChg chg="mod">
          <ac:chgData name="Hoggard, Gabriel J" userId="S::gjh61@pitt.edu::ca28169d-af31-4376-b491-c5247546c8c9" providerId="AD" clId="Web-{00000000-0000-0000-0000-000000000000}" dt="2026-10-06T20:43:52.596" v="267" actId="14100"/>
          <ac:spMkLst>
            <pc:docMk/>
            <pc:sldMk cId="3815677945" sldId="263"/>
            <ac:spMk id="2" creationId="{5F04366F-2812-1D60-4B05-37410066E8E0}"/>
          </ac:spMkLst>
        </pc:spChg>
      </pc:sldChg>
      <pc:sldChg chg="modSp">
        <pc:chgData name="Hoggard, Gabriel J" userId="S::gjh61@pitt.edu::ca28169d-af31-4376-b491-c5247546c8c9" providerId="AD" clId="Web-{00000000-0000-0000-0000-000000000000}" dt="2026-10-06T20:44:22.190" v="283" actId="20577"/>
        <pc:sldMkLst>
          <pc:docMk/>
          <pc:sldMk cId="2511406234" sldId="264"/>
        </pc:sldMkLst>
        <pc:spChg chg="mod">
          <ac:chgData name="Hoggard, Gabriel J" userId="S::gjh61@pitt.edu::ca28169d-af31-4376-b491-c5247546c8c9" providerId="AD" clId="Web-{00000000-0000-0000-0000-000000000000}" dt="2026-10-06T20:44:22.190" v="283" actId="20577"/>
          <ac:spMkLst>
            <pc:docMk/>
            <pc:sldMk cId="2511406234" sldId="264"/>
            <ac:spMk id="2" creationId="{3CE11FA9-8795-5829-6712-3299F8DC7A0C}"/>
          </ac:spMkLst>
        </pc:spChg>
      </pc:sldChg>
    </pc:docChg>
  </pc:docChgLst>
  <pc:docChgLst>
    <pc:chgData name="Elliott, Mia D" userId="S::mde36@pitt.edu::b4e73ba1-5257-41c9-a03c-963d1a4744ee" providerId="AD" clId="Web-{FF49329F-4AC5-DC5C-3AA9-14A3DE66A3E7}"/>
    <pc:docChg chg="addSld modSld">
      <pc:chgData name="Elliott, Mia D" userId="S::mde36@pitt.edu::b4e73ba1-5257-41c9-a03c-963d1a4744ee" providerId="AD" clId="Web-{FF49329F-4AC5-DC5C-3AA9-14A3DE66A3E7}" dt="2026-10-13T17:45:10.020" v="89"/>
      <pc:docMkLst>
        <pc:docMk/>
      </pc:docMkLst>
      <pc:sldChg chg="modSp">
        <pc:chgData name="Elliott, Mia D" userId="S::mde36@pitt.edu::b4e73ba1-5257-41c9-a03c-963d1a4744ee" providerId="AD" clId="Web-{FF49329F-4AC5-DC5C-3AA9-14A3DE66A3E7}" dt="2026-10-13T17:42:38.259" v="84" actId="14100"/>
        <pc:sldMkLst>
          <pc:docMk/>
          <pc:sldMk cId="1460104210" sldId="262"/>
        </pc:sldMkLst>
        <pc:spChg chg="mod">
          <ac:chgData name="Elliott, Mia D" userId="S::mde36@pitt.edu::b4e73ba1-5257-41c9-a03c-963d1a4744ee" providerId="AD" clId="Web-{FF49329F-4AC5-DC5C-3AA9-14A3DE66A3E7}" dt="2026-10-13T17:42:38.259" v="84" actId="14100"/>
          <ac:spMkLst>
            <pc:docMk/>
            <pc:sldMk cId="1460104210" sldId="262"/>
            <ac:spMk id="4" creationId="{06740C98-0B8F-21C4-51D0-FA444E981984}"/>
          </ac:spMkLst>
        </pc:spChg>
      </pc:sldChg>
      <pc:sldChg chg="delSp modSp modNotes">
        <pc:chgData name="Elliott, Mia D" userId="S::mde36@pitt.edu::b4e73ba1-5257-41c9-a03c-963d1a4744ee" providerId="AD" clId="Web-{FF49329F-4AC5-DC5C-3AA9-14A3DE66A3E7}" dt="2026-10-13T17:45:08.660" v="88"/>
        <pc:sldMkLst>
          <pc:docMk/>
          <pc:sldMk cId="3815677945" sldId="263"/>
        </pc:sldMkLst>
        <pc:spChg chg="del">
          <ac:chgData name="Elliott, Mia D" userId="S::mde36@pitt.edu::b4e73ba1-5257-41c9-a03c-963d1a4744ee" providerId="AD" clId="Web-{FF49329F-4AC5-DC5C-3AA9-14A3DE66A3E7}" dt="2026-10-13T17:39:07.979" v="42"/>
          <ac:spMkLst>
            <pc:docMk/>
            <pc:sldMk cId="3815677945" sldId="263"/>
            <ac:spMk id="3" creationId="{4864F350-10F1-4BFD-B544-055B1B9D2FE9}"/>
          </ac:spMkLst>
        </pc:spChg>
        <pc:spChg chg="del">
          <ac:chgData name="Elliott, Mia D" userId="S::mde36@pitt.edu::b4e73ba1-5257-41c9-a03c-963d1a4744ee" providerId="AD" clId="Web-{FF49329F-4AC5-DC5C-3AA9-14A3DE66A3E7}" dt="2026-10-13T17:39:04.775" v="41"/>
          <ac:spMkLst>
            <pc:docMk/>
            <pc:sldMk cId="3815677945" sldId="263"/>
            <ac:spMk id="4" creationId="{D504EC39-C163-2694-9D60-F2F025ADD4A0}"/>
          </ac:spMkLst>
        </pc:spChg>
        <pc:spChg chg="del">
          <ac:chgData name="Elliott, Mia D" userId="S::mde36@pitt.edu::b4e73ba1-5257-41c9-a03c-963d1a4744ee" providerId="AD" clId="Web-{FF49329F-4AC5-DC5C-3AA9-14A3DE66A3E7}" dt="2026-10-13T17:40:16.952" v="55"/>
          <ac:spMkLst>
            <pc:docMk/>
            <pc:sldMk cId="3815677945" sldId="263"/>
            <ac:spMk id="5" creationId="{17B10AF0-CFFC-5B55-9C16-D693BD9F4B04}"/>
          </ac:spMkLst>
        </pc:spChg>
        <pc:spChg chg="del">
          <ac:chgData name="Elliott, Mia D" userId="S::mde36@pitt.edu::b4e73ba1-5257-41c9-a03c-963d1a4744ee" providerId="AD" clId="Web-{FF49329F-4AC5-DC5C-3AA9-14A3DE66A3E7}" dt="2026-10-13T17:40:13.155" v="54"/>
          <ac:spMkLst>
            <pc:docMk/>
            <pc:sldMk cId="3815677945" sldId="263"/>
            <ac:spMk id="10" creationId="{D7FDBEC5-0D7F-FADB-CA6A-EE9C5FB0B011}"/>
          </ac:spMkLst>
        </pc:spChg>
        <pc:spChg chg="del">
          <ac:chgData name="Elliott, Mia D" userId="S::mde36@pitt.edu::b4e73ba1-5257-41c9-a03c-963d1a4744ee" providerId="AD" clId="Web-{FF49329F-4AC5-DC5C-3AA9-14A3DE66A3E7}" dt="2026-10-13T17:40:19.671" v="56"/>
          <ac:spMkLst>
            <pc:docMk/>
            <pc:sldMk cId="3815677945" sldId="263"/>
            <ac:spMk id="12" creationId="{81BAF62A-D2E1-831D-9B53-54C977700F7D}"/>
          </ac:spMkLst>
        </pc:spChg>
        <pc:spChg chg="mod">
          <ac:chgData name="Elliott, Mia D" userId="S::mde36@pitt.edu::b4e73ba1-5257-41c9-a03c-963d1a4744ee" providerId="AD" clId="Web-{FF49329F-4AC5-DC5C-3AA9-14A3DE66A3E7}" dt="2026-10-13T17:40:24.609" v="58" actId="1076"/>
          <ac:spMkLst>
            <pc:docMk/>
            <pc:sldMk cId="3815677945" sldId="263"/>
            <ac:spMk id="16" creationId="{CB3BD71D-8011-02D3-B084-87C107EA91EF}"/>
          </ac:spMkLst>
        </pc:spChg>
        <pc:spChg chg="mod">
          <ac:chgData name="Elliott, Mia D" userId="S::mde36@pitt.edu::b4e73ba1-5257-41c9-a03c-963d1a4744ee" providerId="AD" clId="Web-{FF49329F-4AC5-DC5C-3AA9-14A3DE66A3E7}" dt="2026-10-13T17:40:29.250" v="60" actId="14100"/>
          <ac:spMkLst>
            <pc:docMk/>
            <pc:sldMk cId="3815677945" sldId="263"/>
            <ac:spMk id="17" creationId="{4B61308B-2BA3-0A93-F293-DEFBA7C71543}"/>
          </ac:spMkLst>
        </pc:spChg>
        <pc:spChg chg="mod">
          <ac:chgData name="Elliott, Mia D" userId="S::mde36@pitt.edu::b4e73ba1-5257-41c9-a03c-963d1a4744ee" providerId="AD" clId="Web-{FF49329F-4AC5-DC5C-3AA9-14A3DE66A3E7}" dt="2026-10-13T17:40:22.359" v="57" actId="1076"/>
          <ac:spMkLst>
            <pc:docMk/>
            <pc:sldMk cId="3815677945" sldId="263"/>
            <ac:spMk id="18" creationId="{0C759E53-7D80-9470-D030-2DF8B06C2CD6}"/>
          </ac:spMkLst>
        </pc:spChg>
        <pc:spChg chg="mod">
          <ac:chgData name="Elliott, Mia D" userId="S::mde36@pitt.edu::b4e73ba1-5257-41c9-a03c-963d1a4744ee" providerId="AD" clId="Web-{FF49329F-4AC5-DC5C-3AA9-14A3DE66A3E7}" dt="2026-10-13T17:40:37.938" v="63" actId="14100"/>
          <ac:spMkLst>
            <pc:docMk/>
            <pc:sldMk cId="3815677945" sldId="263"/>
            <ac:spMk id="19" creationId="{5B23A5AF-91E9-9F5A-28C3-7E8FAF08CB4F}"/>
          </ac:spMkLst>
        </pc:spChg>
      </pc:sldChg>
      <pc:sldChg chg="modSp">
        <pc:chgData name="Elliott, Mia D" userId="S::mde36@pitt.edu::b4e73ba1-5257-41c9-a03c-963d1a4744ee" providerId="AD" clId="Web-{FF49329F-4AC5-DC5C-3AA9-14A3DE66A3E7}" dt="2026-10-13T17:42:45.650" v="85"/>
        <pc:sldMkLst>
          <pc:docMk/>
          <pc:sldMk cId="3174486032" sldId="265"/>
        </pc:sldMkLst>
        <pc:spChg chg="mod">
          <ac:chgData name="Elliott, Mia D" userId="S::mde36@pitt.edu::b4e73ba1-5257-41c9-a03c-963d1a4744ee" providerId="AD" clId="Web-{FF49329F-4AC5-DC5C-3AA9-14A3DE66A3E7}" dt="2026-10-13T17:42:45.650" v="85"/>
          <ac:spMkLst>
            <pc:docMk/>
            <pc:sldMk cId="3174486032" sldId="265"/>
            <ac:spMk id="4" creationId="{40713076-6F76-F904-A6D9-A8683D3E0963}"/>
          </ac:spMkLst>
        </pc:spChg>
      </pc:sldChg>
      <pc:sldChg chg="addSp delSp modSp new modNotes">
        <pc:chgData name="Elliott, Mia D" userId="S::mde36@pitt.edu::b4e73ba1-5257-41c9-a03c-963d1a4744ee" providerId="AD" clId="Web-{FF49329F-4AC5-DC5C-3AA9-14A3DE66A3E7}" dt="2026-10-13T17:45:10.020" v="89"/>
        <pc:sldMkLst>
          <pc:docMk/>
          <pc:sldMk cId="4219502326" sldId="269"/>
        </pc:sldMkLst>
        <pc:spChg chg="del">
          <ac:chgData name="Elliott, Mia D" userId="S::mde36@pitt.edu::b4e73ba1-5257-41c9-a03c-963d1a4744ee" providerId="AD" clId="Web-{FF49329F-4AC5-DC5C-3AA9-14A3DE66A3E7}" dt="2026-10-13T17:38:32.789" v="33"/>
          <ac:spMkLst>
            <pc:docMk/>
            <pc:sldMk cId="4219502326" sldId="269"/>
            <ac:spMk id="2" creationId="{A534252E-1B82-DB56-C426-7C8A29D39E3B}"/>
          </ac:spMkLst>
        </pc:spChg>
        <pc:spChg chg="del">
          <ac:chgData name="Elliott, Mia D" userId="S::mde36@pitt.edu::b4e73ba1-5257-41c9-a03c-963d1a4744ee" providerId="AD" clId="Web-{FF49329F-4AC5-DC5C-3AA9-14A3DE66A3E7}" dt="2026-10-13T17:38:35.258" v="34"/>
          <ac:spMkLst>
            <pc:docMk/>
            <pc:sldMk cId="4219502326" sldId="269"/>
            <ac:spMk id="3" creationId="{1CDEFCC0-2B6D-AA66-C9EA-E19F4D62A36C}"/>
          </ac:spMkLst>
        </pc:spChg>
        <pc:spChg chg="add mod">
          <ac:chgData name="Elliott, Mia D" userId="S::mde36@pitt.edu::b4e73ba1-5257-41c9-a03c-963d1a4744ee" providerId="AD" clId="Web-{FF49329F-4AC5-DC5C-3AA9-14A3DE66A3E7}" dt="2026-10-13T17:38:23.898" v="31" actId="1076"/>
          <ac:spMkLst>
            <pc:docMk/>
            <pc:sldMk cId="4219502326" sldId="269"/>
            <ac:spMk id="4" creationId="{A0D32566-59E0-97C6-1949-75EB270893F5}"/>
          </ac:spMkLst>
        </pc:spChg>
        <pc:spChg chg="add mod">
          <ac:chgData name="Elliott, Mia D" userId="S::mde36@pitt.edu::b4e73ba1-5257-41c9-a03c-963d1a4744ee" providerId="AD" clId="Web-{FF49329F-4AC5-DC5C-3AA9-14A3DE66A3E7}" dt="2026-10-13T17:38:42.633" v="35" actId="1076"/>
          <ac:spMkLst>
            <pc:docMk/>
            <pc:sldMk cId="4219502326" sldId="269"/>
            <ac:spMk id="6" creationId="{FEE88542-28FC-D1F5-DC16-53A2340A4F90}"/>
          </ac:spMkLst>
        </pc:spChg>
        <pc:spChg chg="add mod">
          <ac:chgData name="Elliott, Mia D" userId="S::mde36@pitt.edu::b4e73ba1-5257-41c9-a03c-963d1a4744ee" providerId="AD" clId="Web-{FF49329F-4AC5-DC5C-3AA9-14A3DE66A3E7}" dt="2026-10-13T17:39:01.556" v="40" actId="1076"/>
          <ac:spMkLst>
            <pc:docMk/>
            <pc:sldMk cId="4219502326" sldId="269"/>
            <ac:spMk id="7" creationId="{F061B3C6-6152-9F49-F12A-31095D3499AA}"/>
          </ac:spMkLst>
        </pc:spChg>
        <pc:spChg chg="add mod">
          <ac:chgData name="Elliott, Mia D" userId="S::mde36@pitt.edu::b4e73ba1-5257-41c9-a03c-963d1a4744ee" providerId="AD" clId="Web-{FF49329F-4AC5-DC5C-3AA9-14A3DE66A3E7}" dt="2026-10-13T17:41:10.503" v="69" actId="1076"/>
          <ac:spMkLst>
            <pc:docMk/>
            <pc:sldMk cId="4219502326" sldId="269"/>
            <ac:spMk id="9" creationId="{ACF83D02-FC30-B8A9-CE8E-36BEFB1BB63D}"/>
          </ac:spMkLst>
        </pc:spChg>
        <pc:spChg chg="add mod">
          <ac:chgData name="Elliott, Mia D" userId="S::mde36@pitt.edu::b4e73ba1-5257-41c9-a03c-963d1a4744ee" providerId="AD" clId="Web-{FF49329F-4AC5-DC5C-3AA9-14A3DE66A3E7}" dt="2026-10-13T17:41:15.441" v="70" actId="1076"/>
          <ac:spMkLst>
            <pc:docMk/>
            <pc:sldMk cId="4219502326" sldId="269"/>
            <ac:spMk id="10" creationId="{A50714AF-88CA-923F-0611-EFD651D8253E}"/>
          </ac:spMkLst>
        </pc:spChg>
        <pc:spChg chg="add mod">
          <ac:chgData name="Elliott, Mia D" userId="S::mde36@pitt.edu::b4e73ba1-5257-41c9-a03c-963d1a4744ee" providerId="AD" clId="Web-{FF49329F-4AC5-DC5C-3AA9-14A3DE66A3E7}" dt="2026-10-13T17:41:22.176" v="72" actId="14100"/>
          <ac:spMkLst>
            <pc:docMk/>
            <pc:sldMk cId="4219502326" sldId="269"/>
            <ac:spMk id="11" creationId="{58D68616-9B5A-C116-6D5B-661875E3EBA4}"/>
          </ac:spMkLst>
        </pc:spChg>
        <pc:picChg chg="add mod">
          <ac:chgData name="Elliott, Mia D" userId="S::mde36@pitt.edu::b4e73ba1-5257-41c9-a03c-963d1a4744ee" providerId="AD" clId="Web-{FF49329F-4AC5-DC5C-3AA9-14A3DE66A3E7}" dt="2026-10-13T17:42:57.635" v="86" actId="1076"/>
          <ac:picMkLst>
            <pc:docMk/>
            <pc:sldMk cId="4219502326" sldId="269"/>
            <ac:picMk id="12" creationId="{A0DE6DBE-AE22-3A9F-0314-F8A2C5BAD343}"/>
          </ac:picMkLst>
        </pc:picChg>
      </pc:sldChg>
    </pc:docChg>
  </pc:docChgLst>
  <pc:docChgLst>
    <pc:chgData name="Elliott, Mia D" userId="S::mde36@pitt.edu::b4e73ba1-5257-41c9-a03c-963d1a4744ee" providerId="AD" clId="Web-{5B090710-B217-9BDE-E7BB-A70A46B61AE4}"/>
    <pc:docChg chg="addSld modSld">
      <pc:chgData name="Elliott, Mia D" userId="S::mde36@pitt.edu::b4e73ba1-5257-41c9-a03c-963d1a4744ee" providerId="AD" clId="Web-{5B090710-B217-9BDE-E7BB-A70A46B61AE4}" dt="2026-10-06T20:27:30.662" v="4" actId="20577"/>
      <pc:docMkLst>
        <pc:docMk/>
      </pc:docMkLst>
      <pc:sldChg chg="modSp">
        <pc:chgData name="Elliott, Mia D" userId="S::mde36@pitt.edu::b4e73ba1-5257-41c9-a03c-963d1a4744ee" providerId="AD" clId="Web-{5B090710-B217-9BDE-E7BB-A70A46B61AE4}" dt="2026-10-06T20:27:30.662" v="4" actId="20577"/>
        <pc:sldMkLst>
          <pc:docMk/>
          <pc:sldMk cId="3530666506" sldId="256"/>
        </pc:sldMkLst>
        <pc:spChg chg="mod">
          <ac:chgData name="Elliott, Mia D" userId="S::mde36@pitt.edu::b4e73ba1-5257-41c9-a03c-963d1a4744ee" providerId="AD" clId="Web-{5B090710-B217-9BDE-E7BB-A70A46B61AE4}" dt="2026-10-06T20:27:30.662" v="4" actId="20577"/>
          <ac:spMkLst>
            <pc:docMk/>
            <pc:sldMk cId="3530666506" sldId="256"/>
            <ac:spMk id="3" creationId="{6D82CDCB-6F03-8ECA-088C-684143300D73}"/>
          </ac:spMkLst>
        </pc:spChg>
      </pc:sldChg>
      <pc:sldChg chg="new">
        <pc:chgData name="Elliott, Mia D" userId="S::mde36@pitt.edu::b4e73ba1-5257-41c9-a03c-963d1a4744ee" providerId="AD" clId="Web-{5B090710-B217-9BDE-E7BB-A70A46B61AE4}" dt="2026-10-06T20:24:54.890" v="0"/>
        <pc:sldMkLst>
          <pc:docMk/>
          <pc:sldMk cId="3077186349" sldId="257"/>
        </pc:sldMkLst>
      </pc:sldChg>
    </pc:docChg>
  </pc:docChgLst>
  <pc:docChgLst>
    <pc:chgData name="Hoggard, Gabriel J" userId="S::gjh61@pitt.edu::ca28169d-af31-4376-b491-c5247546c8c9" providerId="AD" clId="Web-{B299F66A-05FB-D01A-95ED-5460FD1402AC}"/>
    <pc:docChg chg="addSld delSld modSld sldOrd">
      <pc:chgData name="Hoggard, Gabriel J" userId="S::gjh61@pitt.edu::ca28169d-af31-4376-b491-c5247546c8c9" providerId="AD" clId="Web-{B299F66A-05FB-D01A-95ED-5460FD1402AC}" dt="2026-10-12T19:02:47.216" v="579" actId="1076"/>
      <pc:docMkLst>
        <pc:docMk/>
      </pc:docMkLst>
      <pc:sldChg chg="modSp">
        <pc:chgData name="Hoggard, Gabriel J" userId="S::gjh61@pitt.edu::ca28169d-af31-4376-b491-c5247546c8c9" providerId="AD" clId="Web-{B299F66A-05FB-D01A-95ED-5460FD1402AC}" dt="2026-10-12T18:02:37.162" v="386"/>
        <pc:sldMkLst>
          <pc:docMk/>
          <pc:sldMk cId="2438932041" sldId="259"/>
        </pc:sldMkLst>
        <pc:graphicFrameChg chg="modGraphic">
          <ac:chgData name="Hoggard, Gabriel J" userId="S::gjh61@pitt.edu::ca28169d-af31-4376-b491-c5247546c8c9" providerId="AD" clId="Web-{B299F66A-05FB-D01A-95ED-5460FD1402AC}" dt="2026-10-12T18:02:37.162" v="386"/>
          <ac:graphicFrameMkLst>
            <pc:docMk/>
            <pc:sldMk cId="2438932041" sldId="259"/>
            <ac:graphicFrameMk id="4" creationId="{FAFA6D02-1500-2CA4-F8AE-39998BEDB396}"/>
          </ac:graphicFrameMkLst>
        </pc:graphicFrameChg>
      </pc:sldChg>
      <pc:sldChg chg="addSp delSp modSp">
        <pc:chgData name="Hoggard, Gabriel J" userId="S::gjh61@pitt.edu::ca28169d-af31-4376-b491-c5247546c8c9" providerId="AD" clId="Web-{B299F66A-05FB-D01A-95ED-5460FD1402AC}" dt="2026-10-12T19:02:47.216" v="579" actId="1076"/>
        <pc:sldMkLst>
          <pc:docMk/>
          <pc:sldMk cId="1460104210" sldId="262"/>
        </pc:sldMkLst>
        <pc:spChg chg="add">
          <ac:chgData name="Hoggard, Gabriel J" userId="S::gjh61@pitt.edu::ca28169d-af31-4376-b491-c5247546c8c9" providerId="AD" clId="Web-{B299F66A-05FB-D01A-95ED-5460FD1402AC}" dt="2026-10-12T18:17:20.157" v="388"/>
          <ac:spMkLst>
            <pc:docMk/>
            <pc:sldMk cId="1460104210" sldId="262"/>
            <ac:spMk id="2" creationId="{859B5C54-46EE-C99C-0B19-51CE5686C74E}"/>
          </ac:spMkLst>
        </pc:spChg>
        <pc:spChg chg="add del">
          <ac:chgData name="Hoggard, Gabriel J" userId="S::gjh61@pitt.edu::ca28169d-af31-4376-b491-c5247546c8c9" providerId="AD" clId="Web-{B299F66A-05FB-D01A-95ED-5460FD1402AC}" dt="2026-10-12T17:04:51.080" v="52"/>
          <ac:spMkLst>
            <pc:docMk/>
            <pc:sldMk cId="1460104210" sldId="262"/>
            <ac:spMk id="2" creationId="{B32D3DA3-8B21-8841-EF56-E149F81B8D45}"/>
          </ac:spMkLst>
        </pc:spChg>
        <pc:spChg chg="add del">
          <ac:chgData name="Hoggard, Gabriel J" userId="S::gjh61@pitt.edu::ca28169d-af31-4376-b491-c5247546c8c9" providerId="AD" clId="Web-{B299F66A-05FB-D01A-95ED-5460FD1402AC}" dt="2026-10-12T17:04:54.736" v="54"/>
          <ac:spMkLst>
            <pc:docMk/>
            <pc:sldMk cId="1460104210" sldId="262"/>
            <ac:spMk id="3" creationId="{180D5C44-63BC-9D1C-E5CB-BCC76D2F419B}"/>
          </ac:spMkLst>
        </pc:spChg>
        <pc:spChg chg="add mod">
          <ac:chgData name="Hoggard, Gabriel J" userId="S::gjh61@pitt.edu::ca28169d-af31-4376-b491-c5247546c8c9" providerId="AD" clId="Web-{B299F66A-05FB-D01A-95ED-5460FD1402AC}" dt="2026-10-12T19:00:58.165" v="575" actId="14100"/>
          <ac:spMkLst>
            <pc:docMk/>
            <pc:sldMk cId="1460104210" sldId="262"/>
            <ac:spMk id="3" creationId="{9049685A-A9D4-8DE1-8CE6-AF7C10C1DB84}"/>
          </ac:spMkLst>
        </pc:spChg>
        <pc:spChg chg="mod">
          <ac:chgData name="Hoggard, Gabriel J" userId="S::gjh61@pitt.edu::ca28169d-af31-4376-b491-c5247546c8c9" providerId="AD" clId="Web-{B299F66A-05FB-D01A-95ED-5460FD1402AC}" dt="2026-10-12T17:03:11.841" v="50" actId="20577"/>
          <ac:spMkLst>
            <pc:docMk/>
            <pc:sldMk cId="1460104210" sldId="262"/>
            <ac:spMk id="4" creationId="{06740C98-0B8F-21C4-51D0-FA444E981984}"/>
          </ac:spMkLst>
        </pc:spChg>
        <pc:spChg chg="add mod">
          <ac:chgData name="Hoggard, Gabriel J" userId="S::gjh61@pitt.edu::ca28169d-af31-4376-b491-c5247546c8c9" providerId="AD" clId="Web-{B299F66A-05FB-D01A-95ED-5460FD1402AC}" dt="2026-10-12T19:01:07.869" v="577" actId="14100"/>
          <ac:spMkLst>
            <pc:docMk/>
            <pc:sldMk cId="1460104210" sldId="262"/>
            <ac:spMk id="5" creationId="{D88A0BF0-A8D8-29C1-3302-FEDACAC809F9}"/>
          </ac:spMkLst>
        </pc:spChg>
        <pc:spChg chg="add del">
          <ac:chgData name="Hoggard, Gabriel J" userId="S::gjh61@pitt.edu::ca28169d-af31-4376-b491-c5247546c8c9" providerId="AD" clId="Web-{B299F66A-05FB-D01A-95ED-5460FD1402AC}" dt="2026-10-12T18:17:24.141" v="391"/>
          <ac:spMkLst>
            <pc:docMk/>
            <pc:sldMk cId="1460104210" sldId="262"/>
            <ac:spMk id="6" creationId="{973A05F7-332A-40D9-BC91-EF8BC05E2819}"/>
          </ac:spMkLst>
        </pc:spChg>
        <pc:spChg chg="add del mod">
          <ac:chgData name="Hoggard, Gabriel J" userId="S::gjh61@pitt.edu::ca28169d-af31-4376-b491-c5247546c8c9" providerId="AD" clId="Web-{B299F66A-05FB-D01A-95ED-5460FD1402AC}" dt="2026-10-12T19:00:51.696" v="573"/>
          <ac:spMkLst>
            <pc:docMk/>
            <pc:sldMk cId="1460104210" sldId="262"/>
            <ac:spMk id="7" creationId="{B22F1B5E-527A-00CD-B531-3E1F15CFF9E9}"/>
          </ac:spMkLst>
        </pc:spChg>
        <pc:spChg chg="add del">
          <ac:chgData name="Hoggard, Gabriel J" userId="S::gjh61@pitt.edu::ca28169d-af31-4376-b491-c5247546c8c9" providerId="AD" clId="Web-{B299F66A-05FB-D01A-95ED-5460FD1402AC}" dt="2026-10-12T18:17:57.143" v="395"/>
          <ac:spMkLst>
            <pc:docMk/>
            <pc:sldMk cId="1460104210" sldId="262"/>
            <ac:spMk id="7" creationId="{E99B4137-07E7-6B31-D835-8A70397231B1}"/>
          </ac:spMkLst>
        </pc:spChg>
        <pc:spChg chg="add del">
          <ac:chgData name="Hoggard, Gabriel J" userId="S::gjh61@pitt.edu::ca28169d-af31-4376-b491-c5247546c8c9" providerId="AD" clId="Web-{B299F66A-05FB-D01A-95ED-5460FD1402AC}" dt="2026-10-12T18:18:15.331" v="397"/>
          <ac:spMkLst>
            <pc:docMk/>
            <pc:sldMk cId="1460104210" sldId="262"/>
            <ac:spMk id="8" creationId="{9B8038B0-70F1-8D97-CEDE-C1FF355A5CC8}"/>
          </ac:spMkLst>
        </pc:spChg>
        <pc:picChg chg="add mod">
          <ac:chgData name="Hoggard, Gabriel J" userId="S::gjh61@pitt.edu::ca28169d-af31-4376-b491-c5247546c8c9" providerId="AD" clId="Web-{B299F66A-05FB-D01A-95ED-5460FD1402AC}" dt="2026-10-12T19:02:47.216" v="579" actId="1076"/>
          <ac:picMkLst>
            <pc:docMk/>
            <pc:sldMk cId="1460104210" sldId="262"/>
            <ac:picMk id="6" creationId="{B2242124-D5A4-6EBB-AF5C-AC0F3D5E6A13}"/>
          </ac:picMkLst>
        </pc:picChg>
      </pc:sldChg>
      <pc:sldChg chg="addSp delSp modSp ord">
        <pc:chgData name="Hoggard, Gabriel J" userId="S::gjh61@pitt.edu::ca28169d-af31-4376-b491-c5247546c8c9" providerId="AD" clId="Web-{B299F66A-05FB-D01A-95ED-5460FD1402AC}" dt="2026-10-12T18:55:24.933" v="547" actId="1076"/>
        <pc:sldMkLst>
          <pc:docMk/>
          <pc:sldMk cId="3174486032" sldId="265"/>
        </pc:sldMkLst>
        <pc:spChg chg="add del">
          <ac:chgData name="Hoggard, Gabriel J" userId="S::gjh61@pitt.edu::ca28169d-af31-4376-b491-c5247546c8c9" providerId="AD" clId="Web-{B299F66A-05FB-D01A-95ED-5460FD1402AC}" dt="2026-10-12T18:52:32.441" v="486"/>
          <ac:spMkLst>
            <pc:docMk/>
            <pc:sldMk cId="3174486032" sldId="265"/>
            <ac:spMk id="3" creationId="{70E67030-B5E7-D4D7-0A6C-224798A20A14}"/>
          </ac:spMkLst>
        </pc:spChg>
        <pc:spChg chg="add mod">
          <ac:chgData name="Hoggard, Gabriel J" userId="S::gjh61@pitt.edu::ca28169d-af31-4376-b491-c5247546c8c9" providerId="AD" clId="Web-{B299F66A-05FB-D01A-95ED-5460FD1402AC}" dt="2026-10-12T18:54:10.555" v="515" actId="14100"/>
          <ac:spMkLst>
            <pc:docMk/>
            <pc:sldMk cId="3174486032" sldId="265"/>
            <ac:spMk id="4" creationId="{40713076-6F76-F904-A6D9-A8683D3E0963}"/>
          </ac:spMkLst>
        </pc:spChg>
        <pc:spChg chg="add mod">
          <ac:chgData name="Hoggard, Gabriel J" userId="S::gjh61@pitt.edu::ca28169d-af31-4376-b491-c5247546c8c9" providerId="AD" clId="Web-{B299F66A-05FB-D01A-95ED-5460FD1402AC}" dt="2026-10-12T18:54:48.650" v="527" actId="20577"/>
          <ac:spMkLst>
            <pc:docMk/>
            <pc:sldMk cId="3174486032" sldId="265"/>
            <ac:spMk id="5" creationId="{3545ADAA-ADA4-DAEE-F2B6-62478AF77C7B}"/>
          </ac:spMkLst>
        </pc:spChg>
        <pc:spChg chg="add mod">
          <ac:chgData name="Hoggard, Gabriel J" userId="S::gjh61@pitt.edu::ca28169d-af31-4376-b491-c5247546c8c9" providerId="AD" clId="Web-{B299F66A-05FB-D01A-95ED-5460FD1402AC}" dt="2026-10-12T18:55:09.370" v="536" actId="1076"/>
          <ac:spMkLst>
            <pc:docMk/>
            <pc:sldMk cId="3174486032" sldId="265"/>
            <ac:spMk id="6" creationId="{0E5869CC-7414-1025-94FC-478241D75315}"/>
          </ac:spMkLst>
        </pc:spChg>
        <pc:spChg chg="add mod">
          <ac:chgData name="Hoggard, Gabriel J" userId="S::gjh61@pitt.edu::ca28169d-af31-4376-b491-c5247546c8c9" providerId="AD" clId="Web-{B299F66A-05FB-D01A-95ED-5460FD1402AC}" dt="2026-10-12T18:55:24.933" v="547" actId="1076"/>
          <ac:spMkLst>
            <pc:docMk/>
            <pc:sldMk cId="3174486032" sldId="265"/>
            <ac:spMk id="7" creationId="{8372CE34-886F-4F5A-8612-AAF7799A8F4C}"/>
          </ac:spMkLst>
        </pc:spChg>
      </pc:sldChg>
      <pc:sldChg chg="addSp modSp new del ord">
        <pc:chgData name="Hoggard, Gabriel J" userId="S::gjh61@pitt.edu::ca28169d-af31-4376-b491-c5247546c8c9" providerId="AD" clId="Web-{B299F66A-05FB-D01A-95ED-5460FD1402AC}" dt="2026-10-12T18:31:53.719" v="405"/>
        <pc:sldMkLst>
          <pc:docMk/>
          <pc:sldMk cId="2318830800" sldId="267"/>
        </pc:sldMkLst>
        <pc:spChg chg="mod">
          <ac:chgData name="Hoggard, Gabriel J" userId="S::gjh61@pitt.edu::ca28169d-af31-4376-b491-c5247546c8c9" providerId="AD" clId="Web-{B299F66A-05FB-D01A-95ED-5460FD1402AC}" dt="2026-10-12T17:12:46.740" v="143" actId="20577"/>
          <ac:spMkLst>
            <pc:docMk/>
            <pc:sldMk cId="2318830800" sldId="267"/>
            <ac:spMk id="2" creationId="{41A06E05-50F4-4AA8-D9AE-ADC5C597EBD8}"/>
          </ac:spMkLst>
        </pc:spChg>
        <pc:spChg chg="mod">
          <ac:chgData name="Hoggard, Gabriel J" userId="S::gjh61@pitt.edu::ca28169d-af31-4376-b491-c5247546c8c9" providerId="AD" clId="Web-{B299F66A-05FB-D01A-95ED-5460FD1402AC}" dt="2026-10-12T18:00:10.767" v="384" actId="20577"/>
          <ac:spMkLst>
            <pc:docMk/>
            <pc:sldMk cId="2318830800" sldId="267"/>
            <ac:spMk id="3" creationId="{7F6E7CB1-B464-A0E8-31D0-DB4012B59989}"/>
          </ac:spMkLst>
        </pc:spChg>
        <pc:picChg chg="add mod">
          <ac:chgData name="Hoggard, Gabriel J" userId="S::gjh61@pitt.edu::ca28169d-af31-4376-b491-c5247546c8c9" providerId="AD" clId="Web-{B299F66A-05FB-D01A-95ED-5460FD1402AC}" dt="2026-10-12T17:21:11.199" v="317" actId="14100"/>
          <ac:picMkLst>
            <pc:docMk/>
            <pc:sldMk cId="2318830800" sldId="267"/>
            <ac:picMk id="4" creationId="{1167B9A2-9E5A-2773-79F0-146668720A30}"/>
          </ac:picMkLst>
        </pc:picChg>
      </pc:sldChg>
      <pc:sldChg chg="new del">
        <pc:chgData name="Hoggard, Gabriel J" userId="S::gjh61@pitt.edu::ca28169d-af31-4376-b491-c5247546c8c9" providerId="AD" clId="Web-{B299F66A-05FB-D01A-95ED-5460FD1402AC}" dt="2026-10-12T18:17:37.314" v="393"/>
        <pc:sldMkLst>
          <pc:docMk/>
          <pc:sldMk cId="897679724" sldId="268"/>
        </pc:sldMkLst>
      </pc:sldChg>
    </pc:docChg>
  </pc:docChgLst>
  <pc:docChgLst>
    <pc:chgData name="Elliott, Mia D" userId="S::mde36@pitt.edu::b4e73ba1-5257-41c9-a03c-963d1a4744ee" providerId="AD" clId="Web-{D398BF20-3607-B1C9-B6A6-E96FD496A750}"/>
    <pc:docChg chg="addSld delSld modSld sldOrd">
      <pc:chgData name="Elliott, Mia D" userId="S::mde36@pitt.edu::b4e73ba1-5257-41c9-a03c-963d1a4744ee" providerId="AD" clId="Web-{D398BF20-3607-B1C9-B6A6-E96FD496A750}" dt="2026-10-12T19:12:22.094" v="2612" actId="14100"/>
      <pc:docMkLst>
        <pc:docMk/>
      </pc:docMkLst>
      <pc:sldChg chg="addSp delSp modSp modTransition">
        <pc:chgData name="Elliott, Mia D" userId="S::mde36@pitt.edu::b4e73ba1-5257-41c9-a03c-963d1a4744ee" providerId="AD" clId="Web-{D398BF20-3607-B1C9-B6A6-E96FD496A750}" dt="2026-10-12T18:32:55.665" v="2589"/>
        <pc:sldMkLst>
          <pc:docMk/>
          <pc:sldMk cId="3530666506" sldId="256"/>
        </pc:sldMkLst>
        <pc:picChg chg="add del mod">
          <ac:chgData name="Elliott, Mia D" userId="S::mde36@pitt.edu::b4e73ba1-5257-41c9-a03c-963d1a4744ee" providerId="AD" clId="Web-{D398BF20-3607-B1C9-B6A6-E96FD496A750}" dt="2026-10-12T17:22:45.900" v="2029"/>
          <ac:picMkLst>
            <pc:docMk/>
            <pc:sldMk cId="3530666506" sldId="256"/>
            <ac:picMk id="4" creationId="{42529A18-9299-5EF1-F140-FEC50710BC1F}"/>
          </ac:picMkLst>
        </pc:picChg>
        <pc:picChg chg="add del mod">
          <ac:chgData name="Elliott, Mia D" userId="S::mde36@pitt.edu::b4e73ba1-5257-41c9-a03c-963d1a4744ee" providerId="AD" clId="Web-{D398BF20-3607-B1C9-B6A6-E96FD496A750}" dt="2026-10-12T17:23:37.728" v="2032"/>
          <ac:picMkLst>
            <pc:docMk/>
            <pc:sldMk cId="3530666506" sldId="256"/>
            <ac:picMk id="5" creationId="{B0633A98-EB28-9C6E-2138-CDC82B220F01}"/>
          </ac:picMkLst>
        </pc:picChg>
        <pc:picChg chg="add mod">
          <ac:chgData name="Elliott, Mia D" userId="S::mde36@pitt.edu::b4e73ba1-5257-41c9-a03c-963d1a4744ee" providerId="AD" clId="Web-{D398BF20-3607-B1C9-B6A6-E96FD496A750}" dt="2026-10-12T17:56:21.588" v="2240" actId="1076"/>
          <ac:picMkLst>
            <pc:docMk/>
            <pc:sldMk cId="3530666506" sldId="256"/>
            <ac:picMk id="6" creationId="{9397420D-78CC-1AAC-BEAD-46AE0351F7A8}"/>
          </ac:picMkLst>
        </pc:picChg>
        <pc:picChg chg="add del mod">
          <ac:chgData name="Elliott, Mia D" userId="S::mde36@pitt.edu::b4e73ba1-5257-41c9-a03c-963d1a4744ee" providerId="AD" clId="Web-{D398BF20-3607-B1C9-B6A6-E96FD496A750}" dt="2026-10-12T17:55:03.306" v="2232"/>
          <ac:picMkLst>
            <pc:docMk/>
            <pc:sldMk cId="3530666506" sldId="256"/>
            <ac:picMk id="7" creationId="{2D20F124-C680-B88F-D16F-31ABCD862293}"/>
          </ac:picMkLst>
        </pc:picChg>
        <pc:picChg chg="add del mod">
          <ac:chgData name="Elliott, Mia D" userId="S::mde36@pitt.edu::b4e73ba1-5257-41c9-a03c-963d1a4744ee" providerId="AD" clId="Web-{D398BF20-3607-B1C9-B6A6-E96FD496A750}" dt="2026-10-12T17:55:21.635" v="2234"/>
          <ac:picMkLst>
            <pc:docMk/>
            <pc:sldMk cId="3530666506" sldId="256"/>
            <ac:picMk id="8" creationId="{21845188-67FE-5B2F-F1C3-A1FCD3DD957C}"/>
          </ac:picMkLst>
        </pc:picChg>
        <pc:picChg chg="add del mod">
          <ac:chgData name="Elliott, Mia D" userId="S::mde36@pitt.edu::b4e73ba1-5257-41c9-a03c-963d1a4744ee" providerId="AD" clId="Web-{D398BF20-3607-B1C9-B6A6-E96FD496A750}" dt="2026-10-12T17:55:56.323" v="2236"/>
          <ac:picMkLst>
            <pc:docMk/>
            <pc:sldMk cId="3530666506" sldId="256"/>
            <ac:picMk id="9" creationId="{D97EA598-6240-C8FB-4C8B-05B652A9897C}"/>
          </ac:picMkLst>
        </pc:picChg>
        <pc:picChg chg="add del mod">
          <ac:chgData name="Elliott, Mia D" userId="S::mde36@pitt.edu::b4e73ba1-5257-41c9-a03c-963d1a4744ee" providerId="AD" clId="Web-{D398BF20-3607-B1C9-B6A6-E96FD496A750}" dt="2026-10-12T17:56:15.807" v="2238"/>
          <ac:picMkLst>
            <pc:docMk/>
            <pc:sldMk cId="3530666506" sldId="256"/>
            <ac:picMk id="10" creationId="{B442A08A-F570-CBC3-CAB5-5A29267774B9}"/>
          </ac:picMkLst>
        </pc:picChg>
      </pc:sldChg>
      <pc:sldChg chg="addSp delSp modSp modTransition">
        <pc:chgData name="Elliott, Mia D" userId="S::mde36@pitt.edu::b4e73ba1-5257-41c9-a03c-963d1a4744ee" providerId="AD" clId="Web-{D398BF20-3607-B1C9-B6A6-E96FD496A750}" dt="2026-10-12T18:35:20.264" v="2602"/>
        <pc:sldMkLst>
          <pc:docMk/>
          <pc:sldMk cId="3077186349" sldId="257"/>
        </pc:sldMkLst>
        <pc:spChg chg="add del mod">
          <ac:chgData name="Elliott, Mia D" userId="S::mde36@pitt.edu::b4e73ba1-5257-41c9-a03c-963d1a4744ee" providerId="AD" clId="Web-{D398BF20-3607-B1C9-B6A6-E96FD496A750}" dt="2026-10-12T14:19:45.052" v="36"/>
          <ac:spMkLst>
            <pc:docMk/>
            <pc:sldMk cId="3077186349" sldId="257"/>
            <ac:spMk id="4" creationId="{54BEBDB7-F815-266C-D94E-EB6F19B9514F}"/>
          </ac:spMkLst>
        </pc:spChg>
        <pc:spChg chg="add del mod">
          <ac:chgData name="Elliott, Mia D" userId="S::mde36@pitt.edu::b4e73ba1-5257-41c9-a03c-963d1a4744ee" providerId="AD" clId="Web-{D398BF20-3607-B1C9-B6A6-E96FD496A750}" dt="2026-10-12T14:37:36.178" v="201" actId="1076"/>
          <ac:spMkLst>
            <pc:docMk/>
            <pc:sldMk cId="3077186349" sldId="257"/>
            <ac:spMk id="5" creationId="{859C8486-088E-767E-2029-B8525EEC4908}"/>
          </ac:spMkLst>
        </pc:spChg>
        <pc:spChg chg="add del">
          <ac:chgData name="Elliott, Mia D" userId="S::mde36@pitt.edu::b4e73ba1-5257-41c9-a03c-963d1a4744ee" providerId="AD" clId="Web-{D398BF20-3607-B1C9-B6A6-E96FD496A750}" dt="2026-10-12T14:17:25.895" v="15"/>
          <ac:spMkLst>
            <pc:docMk/>
            <pc:sldMk cId="3077186349" sldId="257"/>
            <ac:spMk id="6" creationId="{171B77D7-49DE-4244-39CB-396ACC5A8550}"/>
          </ac:spMkLst>
        </pc:spChg>
        <pc:spChg chg="del mod">
          <ac:chgData name="Elliott, Mia D" userId="S::mde36@pitt.edu::b4e73ba1-5257-41c9-a03c-963d1a4744ee" providerId="AD" clId="Web-{D398BF20-3607-B1C9-B6A6-E96FD496A750}" dt="2026-10-12T14:16:15.645" v="2"/>
          <ac:spMkLst>
            <pc:docMk/>
            <pc:sldMk cId="3077186349" sldId="257"/>
            <ac:spMk id="7" creationId="{033B0DF5-4010-4B8B-67A5-1A3B064398F1}"/>
          </ac:spMkLst>
        </pc:spChg>
        <pc:spChg chg="add mod">
          <ac:chgData name="Elliott, Mia D" userId="S::mde36@pitt.edu::b4e73ba1-5257-41c9-a03c-963d1a4744ee" providerId="AD" clId="Web-{D398BF20-3607-B1C9-B6A6-E96FD496A750}" dt="2026-10-12T14:43:59.678" v="263" actId="1076"/>
          <ac:spMkLst>
            <pc:docMk/>
            <pc:sldMk cId="3077186349" sldId="257"/>
            <ac:spMk id="8" creationId="{7E025D22-FB0B-553C-4EF6-86D7B3224487}"/>
          </ac:spMkLst>
        </pc:spChg>
        <pc:spChg chg="add mod">
          <ac:chgData name="Elliott, Mia D" userId="S::mde36@pitt.edu::b4e73ba1-5257-41c9-a03c-963d1a4744ee" providerId="AD" clId="Web-{D398BF20-3607-B1C9-B6A6-E96FD496A750}" dt="2026-10-12T14:43:52.819" v="262" actId="1076"/>
          <ac:spMkLst>
            <pc:docMk/>
            <pc:sldMk cId="3077186349" sldId="257"/>
            <ac:spMk id="9" creationId="{F2BFF1B7-F406-2229-DEA8-6CA48BC4B4CD}"/>
          </ac:spMkLst>
        </pc:spChg>
        <pc:spChg chg="add mod">
          <ac:chgData name="Elliott, Mia D" userId="S::mde36@pitt.edu::b4e73ba1-5257-41c9-a03c-963d1a4744ee" providerId="AD" clId="Web-{D398BF20-3607-B1C9-B6A6-E96FD496A750}" dt="2026-10-12T14:43:50.490" v="261" actId="1076"/>
          <ac:spMkLst>
            <pc:docMk/>
            <pc:sldMk cId="3077186349" sldId="257"/>
            <ac:spMk id="10" creationId="{9A8A1CAA-F2E0-2390-58E5-7B0C63131B5C}"/>
          </ac:spMkLst>
        </pc:spChg>
        <pc:spChg chg="add mod">
          <ac:chgData name="Elliott, Mia D" userId="S::mde36@pitt.edu::b4e73ba1-5257-41c9-a03c-963d1a4744ee" providerId="AD" clId="Web-{D398BF20-3607-B1C9-B6A6-E96FD496A750}" dt="2026-10-12T14:43:44.053" v="259" actId="1076"/>
          <ac:spMkLst>
            <pc:docMk/>
            <pc:sldMk cId="3077186349" sldId="257"/>
            <ac:spMk id="11" creationId="{F98A1A30-EBDD-9FB7-99CD-E3FAF7E70095}"/>
          </ac:spMkLst>
        </pc:spChg>
        <pc:spChg chg="add del">
          <ac:chgData name="Elliott, Mia D" userId="S::mde36@pitt.edu::b4e73ba1-5257-41c9-a03c-963d1a4744ee" providerId="AD" clId="Web-{D398BF20-3607-B1C9-B6A6-E96FD496A750}" dt="2026-10-12T14:31:29.537" v="129"/>
          <ac:spMkLst>
            <pc:docMk/>
            <pc:sldMk cId="3077186349" sldId="257"/>
            <ac:spMk id="12" creationId="{D6160B17-4041-A9F7-F8BE-28048B2AEA9A}"/>
          </ac:spMkLst>
        </pc:spChg>
        <pc:picChg chg="add del mod modCrop">
          <ac:chgData name="Elliott, Mia D" userId="S::mde36@pitt.edu::b4e73ba1-5257-41c9-a03c-963d1a4744ee" providerId="AD" clId="Web-{D398BF20-3607-B1C9-B6A6-E96FD496A750}" dt="2026-10-12T14:33:16.506" v="154"/>
          <ac:picMkLst>
            <pc:docMk/>
            <pc:sldMk cId="3077186349" sldId="257"/>
            <ac:picMk id="13" creationId="{9B24819D-57C8-8C0A-81A8-45E641E2EBA9}"/>
          </ac:picMkLst>
        </pc:picChg>
        <pc:picChg chg="add del mod">
          <ac:chgData name="Elliott, Mia D" userId="S::mde36@pitt.edu::b4e73ba1-5257-41c9-a03c-963d1a4744ee" providerId="AD" clId="Web-{D398BF20-3607-B1C9-B6A6-E96FD496A750}" dt="2026-10-12T14:34:28.146" v="163"/>
          <ac:picMkLst>
            <pc:docMk/>
            <pc:sldMk cId="3077186349" sldId="257"/>
            <ac:picMk id="14" creationId="{4E246FE1-71C1-32E0-0B05-156282A8B4F1}"/>
          </ac:picMkLst>
        </pc:picChg>
        <pc:picChg chg="add mod">
          <ac:chgData name="Elliott, Mia D" userId="S::mde36@pitt.edu::b4e73ba1-5257-41c9-a03c-963d1a4744ee" providerId="AD" clId="Web-{D398BF20-3607-B1C9-B6A6-E96FD496A750}" dt="2026-10-12T14:54:51.882" v="314" actId="1076"/>
          <ac:picMkLst>
            <pc:docMk/>
            <pc:sldMk cId="3077186349" sldId="257"/>
            <ac:picMk id="15" creationId="{E245657C-B355-4B45-B0EE-B684F561D4AD}"/>
          </ac:picMkLst>
        </pc:picChg>
      </pc:sldChg>
      <pc:sldChg chg="addSp delSp modSp modTransition modNotes">
        <pc:chgData name="Elliott, Mia D" userId="S::mde36@pitt.edu::b4e73ba1-5257-41c9-a03c-963d1a4744ee" providerId="AD" clId="Web-{D398BF20-3607-B1C9-B6A6-E96FD496A750}" dt="2026-10-12T18:32:59.181" v="2591"/>
        <pc:sldMkLst>
          <pc:docMk/>
          <pc:sldMk cId="3334151547" sldId="258"/>
        </pc:sldMkLst>
        <pc:spChg chg="del mod">
          <ac:chgData name="Elliott, Mia D" userId="S::mde36@pitt.edu::b4e73ba1-5257-41c9-a03c-963d1a4744ee" providerId="AD" clId="Web-{D398BF20-3607-B1C9-B6A6-E96FD496A750}" dt="2026-10-12T14:36:24.896" v="178"/>
          <ac:spMkLst>
            <pc:docMk/>
            <pc:sldMk cId="3334151547" sldId="258"/>
            <ac:spMk id="2" creationId="{578055EB-5082-C1AF-E1DD-879ED5A3F1DA}"/>
          </ac:spMkLst>
        </pc:spChg>
        <pc:spChg chg="add del mod">
          <ac:chgData name="Elliott, Mia D" userId="S::mde36@pitt.edu::b4e73ba1-5257-41c9-a03c-963d1a4744ee" providerId="AD" clId="Web-{D398BF20-3607-B1C9-B6A6-E96FD496A750}" dt="2026-10-12T14:37:23.943" v="198"/>
          <ac:spMkLst>
            <pc:docMk/>
            <pc:sldMk cId="3334151547" sldId="258"/>
            <ac:spMk id="4" creationId="{E7C8DAA4-64C5-E3D8-B63B-9D7255ABE55C}"/>
          </ac:spMkLst>
        </pc:spChg>
        <pc:spChg chg="add del">
          <ac:chgData name="Elliott, Mia D" userId="S::mde36@pitt.edu::b4e73ba1-5257-41c9-a03c-963d1a4744ee" providerId="AD" clId="Web-{D398BF20-3607-B1C9-B6A6-E96FD496A750}" dt="2026-10-12T14:37:32.490" v="200"/>
          <ac:spMkLst>
            <pc:docMk/>
            <pc:sldMk cId="3334151547" sldId="258"/>
            <ac:spMk id="5" creationId="{E7C8DAA4-64C5-E3D8-B63B-9D7255ABE55C}"/>
          </ac:spMkLst>
        </pc:spChg>
        <pc:spChg chg="add mod">
          <ac:chgData name="Elliott, Mia D" userId="S::mde36@pitt.edu::b4e73ba1-5257-41c9-a03c-963d1a4744ee" providerId="AD" clId="Web-{D398BF20-3607-B1C9-B6A6-E96FD496A750}" dt="2026-10-12T14:39:27.084" v="227" actId="20577"/>
          <ac:spMkLst>
            <pc:docMk/>
            <pc:sldMk cId="3334151547" sldId="258"/>
            <ac:spMk id="7" creationId="{DB6C6AD3-595E-A740-32AB-457F4A707DD7}"/>
          </ac:spMkLst>
        </pc:spChg>
        <pc:spChg chg="add mod">
          <ac:chgData name="Elliott, Mia D" userId="S::mde36@pitt.edu::b4e73ba1-5257-41c9-a03c-963d1a4744ee" providerId="AD" clId="Web-{D398BF20-3607-B1C9-B6A6-E96FD496A750}" dt="2026-10-12T15:10:21.836" v="606" actId="1076"/>
          <ac:spMkLst>
            <pc:docMk/>
            <pc:sldMk cId="3334151547" sldId="258"/>
            <ac:spMk id="8" creationId="{76C2AE19-6629-1DD8-6849-716DA8D29C03}"/>
          </ac:spMkLst>
        </pc:spChg>
        <pc:spChg chg="add mod">
          <ac:chgData name="Elliott, Mia D" userId="S::mde36@pitt.edu::b4e73ba1-5257-41c9-a03c-963d1a4744ee" providerId="AD" clId="Web-{D398BF20-3607-B1C9-B6A6-E96FD496A750}" dt="2026-10-12T15:10:24.571" v="607" actId="1076"/>
          <ac:spMkLst>
            <pc:docMk/>
            <pc:sldMk cId="3334151547" sldId="258"/>
            <ac:spMk id="9" creationId="{32E003F5-80A7-4847-825E-4E6E61C58B75}"/>
          </ac:spMkLst>
        </pc:spChg>
        <pc:spChg chg="add mod">
          <ac:chgData name="Elliott, Mia D" userId="S::mde36@pitt.edu::b4e73ba1-5257-41c9-a03c-963d1a4744ee" providerId="AD" clId="Web-{D398BF20-3607-B1C9-B6A6-E96FD496A750}" dt="2026-10-12T15:10:27.086" v="608" actId="1076"/>
          <ac:spMkLst>
            <pc:docMk/>
            <pc:sldMk cId="3334151547" sldId="258"/>
            <ac:spMk id="10" creationId="{8407D441-11C3-BE3E-430B-1F37B0A4B7D0}"/>
          </ac:spMkLst>
        </pc:spChg>
        <pc:spChg chg="add mod">
          <ac:chgData name="Elliott, Mia D" userId="S::mde36@pitt.edu::b4e73ba1-5257-41c9-a03c-963d1a4744ee" providerId="AD" clId="Web-{D398BF20-3607-B1C9-B6A6-E96FD496A750}" dt="2026-10-12T15:10:29.868" v="609" actId="1076"/>
          <ac:spMkLst>
            <pc:docMk/>
            <pc:sldMk cId="3334151547" sldId="258"/>
            <ac:spMk id="11" creationId="{19ACC7ED-97F1-EF74-34E5-9C26BDB84112}"/>
          </ac:spMkLst>
        </pc:spChg>
        <pc:spChg chg="add mod">
          <ac:chgData name="Elliott, Mia D" userId="S::mde36@pitt.edu::b4e73ba1-5257-41c9-a03c-963d1a4744ee" providerId="AD" clId="Web-{D398BF20-3607-B1C9-B6A6-E96FD496A750}" dt="2026-10-12T15:10:18.196" v="605" actId="1076"/>
          <ac:spMkLst>
            <pc:docMk/>
            <pc:sldMk cId="3334151547" sldId="258"/>
            <ac:spMk id="12" creationId="{0B9C1995-FBE4-D526-84CE-3D51D6C16499}"/>
          </ac:spMkLst>
        </pc:spChg>
        <pc:spChg chg="add mod">
          <ac:chgData name="Elliott, Mia D" userId="S::mde36@pitt.edu::b4e73ba1-5257-41c9-a03c-963d1a4744ee" providerId="AD" clId="Web-{D398BF20-3607-B1C9-B6A6-E96FD496A750}" dt="2026-10-12T15:10:32.383" v="610" actId="1076"/>
          <ac:spMkLst>
            <pc:docMk/>
            <pc:sldMk cId="3334151547" sldId="258"/>
            <ac:spMk id="13" creationId="{C353EA23-5B02-B1B8-1C37-1FC73C8500B2}"/>
          </ac:spMkLst>
        </pc:spChg>
        <pc:spChg chg="add del mod">
          <ac:chgData name="Elliott, Mia D" userId="S::mde36@pitt.edu::b4e73ba1-5257-41c9-a03c-963d1a4744ee" providerId="AD" clId="Web-{D398BF20-3607-B1C9-B6A6-E96FD496A750}" dt="2026-10-12T15:01:11.382" v="420"/>
          <ac:spMkLst>
            <pc:docMk/>
            <pc:sldMk cId="3334151547" sldId="258"/>
            <ac:spMk id="14" creationId="{A952650C-CB75-26E3-4DCB-8E2848A95E97}"/>
          </ac:spMkLst>
        </pc:spChg>
        <pc:spChg chg="add mod">
          <ac:chgData name="Elliott, Mia D" userId="S::mde36@pitt.edu::b4e73ba1-5257-41c9-a03c-963d1a4744ee" providerId="AD" clId="Web-{D398BF20-3607-B1C9-B6A6-E96FD496A750}" dt="2026-10-12T15:02:12.461" v="435" actId="20577"/>
          <ac:spMkLst>
            <pc:docMk/>
            <pc:sldMk cId="3334151547" sldId="258"/>
            <ac:spMk id="15" creationId="{F685851F-FBCA-4922-6B66-2F63800F322B}"/>
          </ac:spMkLst>
        </pc:spChg>
        <pc:spChg chg="add mod">
          <ac:chgData name="Elliott, Mia D" userId="S::mde36@pitt.edu::b4e73ba1-5257-41c9-a03c-963d1a4744ee" providerId="AD" clId="Web-{D398BF20-3607-B1C9-B6A6-E96FD496A750}" dt="2026-10-12T15:09:34.617" v="591" actId="1076"/>
          <ac:spMkLst>
            <pc:docMk/>
            <pc:sldMk cId="3334151547" sldId="258"/>
            <ac:spMk id="16" creationId="{DFD51A1F-B376-F36D-75BD-10D5C12A4AA4}"/>
          </ac:spMkLst>
        </pc:spChg>
        <pc:spChg chg="add mod">
          <ac:chgData name="Elliott, Mia D" userId="S::mde36@pitt.edu::b4e73ba1-5257-41c9-a03c-963d1a4744ee" providerId="AD" clId="Web-{D398BF20-3607-B1C9-B6A6-E96FD496A750}" dt="2026-10-12T15:10:14.086" v="604" actId="1076"/>
          <ac:spMkLst>
            <pc:docMk/>
            <pc:sldMk cId="3334151547" sldId="258"/>
            <ac:spMk id="17" creationId="{9194B746-E5C4-CC81-1769-91750FC996F5}"/>
          </ac:spMkLst>
        </pc:spChg>
        <pc:spChg chg="add mod">
          <ac:chgData name="Elliott, Mia D" userId="S::mde36@pitt.edu::b4e73ba1-5257-41c9-a03c-963d1a4744ee" providerId="AD" clId="Web-{D398BF20-3607-B1C9-B6A6-E96FD496A750}" dt="2026-10-12T15:18:22.555" v="751" actId="1076"/>
          <ac:spMkLst>
            <pc:docMk/>
            <pc:sldMk cId="3334151547" sldId="258"/>
            <ac:spMk id="18" creationId="{4C36D520-EA60-CF14-6062-1AAEE732EA43}"/>
          </ac:spMkLst>
        </pc:spChg>
        <pc:spChg chg="add mod">
          <ac:chgData name="Elliott, Mia D" userId="S::mde36@pitt.edu::b4e73ba1-5257-41c9-a03c-963d1a4744ee" providerId="AD" clId="Web-{D398BF20-3607-B1C9-B6A6-E96FD496A750}" dt="2026-10-12T15:18:13.915" v="748" actId="1076"/>
          <ac:spMkLst>
            <pc:docMk/>
            <pc:sldMk cId="3334151547" sldId="258"/>
            <ac:spMk id="19" creationId="{73044B14-12B3-4B4B-B189-A1E6AA60A27E}"/>
          </ac:spMkLst>
        </pc:spChg>
        <pc:spChg chg="add mod">
          <ac:chgData name="Elliott, Mia D" userId="S::mde36@pitt.edu::b4e73ba1-5257-41c9-a03c-963d1a4744ee" providerId="AD" clId="Web-{D398BF20-3607-B1C9-B6A6-E96FD496A750}" dt="2026-10-12T15:19:39.759" v="787" actId="14100"/>
          <ac:spMkLst>
            <pc:docMk/>
            <pc:sldMk cId="3334151547" sldId="258"/>
            <ac:spMk id="20" creationId="{29239ADE-DA39-37FE-72C7-37DE77E18CCC}"/>
          </ac:spMkLst>
        </pc:spChg>
        <pc:spChg chg="add mod">
          <ac:chgData name="Elliott, Mia D" userId="S::mde36@pitt.edu::b4e73ba1-5257-41c9-a03c-963d1a4744ee" providerId="AD" clId="Web-{D398BF20-3607-B1C9-B6A6-E96FD496A750}" dt="2026-10-12T15:18:54.009" v="757" actId="14100"/>
          <ac:spMkLst>
            <pc:docMk/>
            <pc:sldMk cId="3334151547" sldId="258"/>
            <ac:spMk id="21" creationId="{5A55669F-235F-E57C-668B-AE1591C3A747}"/>
          </ac:spMkLst>
        </pc:spChg>
        <pc:spChg chg="add mod">
          <ac:chgData name="Elliott, Mia D" userId="S::mde36@pitt.edu::b4e73ba1-5257-41c9-a03c-963d1a4744ee" providerId="AD" clId="Web-{D398BF20-3607-B1C9-B6A6-E96FD496A750}" dt="2026-10-12T15:18:57.759" v="758" actId="1076"/>
          <ac:spMkLst>
            <pc:docMk/>
            <pc:sldMk cId="3334151547" sldId="258"/>
            <ac:spMk id="22" creationId="{BEBFEC2A-9FB1-112C-FB09-B872E305AFEA}"/>
          </ac:spMkLst>
        </pc:spChg>
        <pc:spChg chg="add mod">
          <ac:chgData name="Elliott, Mia D" userId="S::mde36@pitt.edu::b4e73ba1-5257-41c9-a03c-963d1a4744ee" providerId="AD" clId="Web-{D398BF20-3607-B1C9-B6A6-E96FD496A750}" dt="2026-10-12T15:19:35.196" v="786" actId="1076"/>
          <ac:spMkLst>
            <pc:docMk/>
            <pc:sldMk cId="3334151547" sldId="258"/>
            <ac:spMk id="23" creationId="{6290A08C-D799-69ED-2B36-67D3F4B90ACE}"/>
          </ac:spMkLst>
        </pc:spChg>
        <pc:spChg chg="add mod">
          <ac:chgData name="Elliott, Mia D" userId="S::mde36@pitt.edu::b4e73ba1-5257-41c9-a03c-963d1a4744ee" providerId="AD" clId="Web-{D398BF20-3607-B1C9-B6A6-E96FD496A750}" dt="2026-10-12T15:23:30.306" v="834" actId="1076"/>
          <ac:spMkLst>
            <pc:docMk/>
            <pc:sldMk cId="3334151547" sldId="258"/>
            <ac:spMk id="24" creationId="{E3D6703E-9502-0C15-4E7E-0D54AF008932}"/>
          </ac:spMkLst>
        </pc:spChg>
        <pc:spChg chg="add del mod">
          <ac:chgData name="Elliott, Mia D" userId="S::mde36@pitt.edu::b4e73ba1-5257-41c9-a03c-963d1a4744ee" providerId="AD" clId="Web-{D398BF20-3607-B1C9-B6A6-E96FD496A750}" dt="2026-10-12T15:23:10.213" v="824"/>
          <ac:spMkLst>
            <pc:docMk/>
            <pc:sldMk cId="3334151547" sldId="258"/>
            <ac:spMk id="25" creationId="{2F11BEC3-E899-87FB-4084-47642FDDBD41}"/>
          </ac:spMkLst>
        </pc:spChg>
      </pc:sldChg>
      <pc:sldChg chg="addSp delSp modSp modTransition">
        <pc:chgData name="Elliott, Mia D" userId="S::mde36@pitt.edu::b4e73ba1-5257-41c9-a03c-963d1a4744ee" providerId="AD" clId="Web-{D398BF20-3607-B1C9-B6A6-E96FD496A750}" dt="2026-10-12T19:04:07.263" v="2611" actId="1076"/>
        <pc:sldMkLst>
          <pc:docMk/>
          <pc:sldMk cId="2438932041" sldId="259"/>
        </pc:sldMkLst>
        <pc:spChg chg="mod">
          <ac:chgData name="Elliott, Mia D" userId="S::mde36@pitt.edu::b4e73ba1-5257-41c9-a03c-963d1a4744ee" providerId="AD" clId="Web-{D398BF20-3607-B1C9-B6A6-E96FD496A750}" dt="2026-10-12T18:04:25.838" v="2312" actId="1076"/>
          <ac:spMkLst>
            <pc:docMk/>
            <pc:sldMk cId="2438932041" sldId="259"/>
            <ac:spMk id="2" creationId="{63B86E31-685D-9D32-7FA8-CE3452A5A258}"/>
          </ac:spMkLst>
        </pc:spChg>
        <pc:spChg chg="del">
          <ac:chgData name="Elliott, Mia D" userId="S::mde36@pitt.edu::b4e73ba1-5257-41c9-a03c-963d1a4744ee" providerId="AD" clId="Web-{D398BF20-3607-B1C9-B6A6-E96FD496A750}" dt="2026-10-12T15:31:05.931" v="840"/>
          <ac:spMkLst>
            <pc:docMk/>
            <pc:sldMk cId="2438932041" sldId="259"/>
            <ac:spMk id="3" creationId="{5D7FB83C-6538-4756-FAD3-8AA1945E8F5A}"/>
          </ac:spMkLst>
        </pc:spChg>
        <pc:spChg chg="add mod">
          <ac:chgData name="Elliott, Mia D" userId="S::mde36@pitt.edu::b4e73ba1-5257-41c9-a03c-963d1a4744ee" providerId="AD" clId="Web-{D398BF20-3607-B1C9-B6A6-E96FD496A750}" dt="2026-10-12T18:04:41.542" v="2318" actId="1076"/>
          <ac:spMkLst>
            <pc:docMk/>
            <pc:sldMk cId="2438932041" sldId="259"/>
            <ac:spMk id="5" creationId="{DE52893A-C1C4-EEA8-B94E-C322B65B7829}"/>
          </ac:spMkLst>
        </pc:spChg>
        <pc:spChg chg="add mod">
          <ac:chgData name="Elliott, Mia D" userId="S::mde36@pitt.edu::b4e73ba1-5257-41c9-a03c-963d1a4744ee" providerId="AD" clId="Web-{D398BF20-3607-B1C9-B6A6-E96FD496A750}" dt="2026-10-12T18:04:34.885" v="2315" actId="1076"/>
          <ac:spMkLst>
            <pc:docMk/>
            <pc:sldMk cId="2438932041" sldId="259"/>
            <ac:spMk id="6" creationId="{FFE53A4E-1E44-67C7-4E7B-52751F17BACB}"/>
          </ac:spMkLst>
        </pc:spChg>
        <pc:spChg chg="add mod">
          <ac:chgData name="Elliott, Mia D" userId="S::mde36@pitt.edu::b4e73ba1-5257-41c9-a03c-963d1a4744ee" providerId="AD" clId="Web-{D398BF20-3607-B1C9-B6A6-E96FD496A750}" dt="2026-10-12T18:04:36.479" v="2316" actId="1076"/>
          <ac:spMkLst>
            <pc:docMk/>
            <pc:sldMk cId="2438932041" sldId="259"/>
            <ac:spMk id="7" creationId="{8980EF10-9C71-16E8-7536-8C69777EBFC0}"/>
          </ac:spMkLst>
        </pc:spChg>
        <pc:spChg chg="add del mod">
          <ac:chgData name="Elliott, Mia D" userId="S::mde36@pitt.edu::b4e73ba1-5257-41c9-a03c-963d1a4744ee" providerId="AD" clId="Web-{D398BF20-3607-B1C9-B6A6-E96FD496A750}" dt="2026-10-12T15:33:07.587" v="878"/>
          <ac:spMkLst>
            <pc:docMk/>
            <pc:sldMk cId="2438932041" sldId="259"/>
            <ac:spMk id="8" creationId="{84C4CDA0-AE70-65C9-71F8-FC4B492584F5}"/>
          </ac:spMkLst>
        </pc:spChg>
        <pc:spChg chg="add mod">
          <ac:chgData name="Elliott, Mia D" userId="S::mde36@pitt.edu::b4e73ba1-5257-41c9-a03c-963d1a4744ee" providerId="AD" clId="Web-{D398BF20-3607-B1C9-B6A6-E96FD496A750}" dt="2026-10-12T18:04:44.292" v="2319" actId="1076"/>
          <ac:spMkLst>
            <pc:docMk/>
            <pc:sldMk cId="2438932041" sldId="259"/>
            <ac:spMk id="9" creationId="{6BE34241-5D92-F396-F61F-EAC930912086}"/>
          </ac:spMkLst>
        </pc:spChg>
        <pc:spChg chg="add mod">
          <ac:chgData name="Elliott, Mia D" userId="S::mde36@pitt.edu::b4e73ba1-5257-41c9-a03c-963d1a4744ee" providerId="AD" clId="Web-{D398BF20-3607-B1C9-B6A6-E96FD496A750}" dt="2026-10-12T18:04:45.651" v="2320" actId="1076"/>
          <ac:spMkLst>
            <pc:docMk/>
            <pc:sldMk cId="2438932041" sldId="259"/>
            <ac:spMk id="10" creationId="{AF3778DF-08FF-4073-3953-3C749DB1CC0F}"/>
          </ac:spMkLst>
        </pc:spChg>
        <pc:spChg chg="add mod">
          <ac:chgData name="Elliott, Mia D" userId="S::mde36@pitt.edu::b4e73ba1-5257-41c9-a03c-963d1a4744ee" providerId="AD" clId="Web-{D398BF20-3607-B1C9-B6A6-E96FD496A750}" dt="2026-10-12T18:05:18.668" v="2329" actId="1076"/>
          <ac:spMkLst>
            <pc:docMk/>
            <pc:sldMk cId="2438932041" sldId="259"/>
            <ac:spMk id="11" creationId="{7C9A0CB4-BC33-45B5-781F-9E2555963AB6}"/>
          </ac:spMkLst>
        </pc:spChg>
        <pc:spChg chg="add del mod">
          <ac:chgData name="Elliott, Mia D" userId="S::mde36@pitt.edu::b4e73ba1-5257-41c9-a03c-963d1a4744ee" providerId="AD" clId="Web-{D398BF20-3607-B1C9-B6A6-E96FD496A750}" dt="2026-10-12T15:41:16.198" v="1053"/>
          <ac:spMkLst>
            <pc:docMk/>
            <pc:sldMk cId="2438932041" sldId="259"/>
            <ac:spMk id="12" creationId="{253B9DF9-9892-2E65-0309-3C51FEA46BB0}"/>
          </ac:spMkLst>
        </pc:spChg>
        <pc:spChg chg="add del">
          <ac:chgData name="Elliott, Mia D" userId="S::mde36@pitt.edu::b4e73ba1-5257-41c9-a03c-963d1a4744ee" providerId="AD" clId="Web-{D398BF20-3607-B1C9-B6A6-E96FD496A750}" dt="2026-10-12T15:42:42.729" v="1066"/>
          <ac:spMkLst>
            <pc:docMk/>
            <pc:sldMk cId="2438932041" sldId="259"/>
            <ac:spMk id="13" creationId="{2E47151B-D393-2711-D9A0-7D634045AC52}"/>
          </ac:spMkLst>
        </pc:spChg>
        <pc:spChg chg="add del">
          <ac:chgData name="Elliott, Mia D" userId="S::mde36@pitt.edu::b4e73ba1-5257-41c9-a03c-963d1a4744ee" providerId="AD" clId="Web-{D398BF20-3607-B1C9-B6A6-E96FD496A750}" dt="2026-10-12T15:42:47.620" v="1068"/>
          <ac:spMkLst>
            <pc:docMk/>
            <pc:sldMk cId="2438932041" sldId="259"/>
            <ac:spMk id="14" creationId="{22C4CE38-411B-E2B6-987B-81BB9B043E82}"/>
          </ac:spMkLst>
        </pc:spChg>
        <pc:spChg chg="add mod">
          <ac:chgData name="Elliott, Mia D" userId="S::mde36@pitt.edu::b4e73ba1-5257-41c9-a03c-963d1a4744ee" providerId="AD" clId="Web-{D398BF20-3607-B1C9-B6A6-E96FD496A750}" dt="2026-10-12T18:05:03.292" v="2325" actId="1076"/>
          <ac:spMkLst>
            <pc:docMk/>
            <pc:sldMk cId="2438932041" sldId="259"/>
            <ac:spMk id="15" creationId="{39CC3482-B7B9-ABE1-A704-916F0BB2FAAE}"/>
          </ac:spMkLst>
        </pc:spChg>
        <pc:spChg chg="add">
          <ac:chgData name="Elliott, Mia D" userId="S::mde36@pitt.edu::b4e73ba1-5257-41c9-a03c-963d1a4744ee" providerId="AD" clId="Web-{D398BF20-3607-B1C9-B6A6-E96FD496A750}" dt="2026-10-12T15:45:01.667" v="1155"/>
          <ac:spMkLst>
            <pc:docMk/>
            <pc:sldMk cId="2438932041" sldId="259"/>
            <ac:spMk id="16" creationId="{0AAD94BD-DAA1-0061-DF54-1A17D11D989F}"/>
          </ac:spMkLst>
        </pc:spChg>
        <pc:spChg chg="add del">
          <ac:chgData name="Elliott, Mia D" userId="S::mde36@pitt.edu::b4e73ba1-5257-41c9-a03c-963d1a4744ee" providerId="AD" clId="Web-{D398BF20-3607-B1C9-B6A6-E96FD496A750}" dt="2026-10-12T15:45:10.948" v="1157"/>
          <ac:spMkLst>
            <pc:docMk/>
            <pc:sldMk cId="2438932041" sldId="259"/>
            <ac:spMk id="17" creationId="{87359FCD-E41D-0118-97A8-AFF51A28AF74}"/>
          </ac:spMkLst>
        </pc:spChg>
        <pc:spChg chg="add mod">
          <ac:chgData name="Elliott, Mia D" userId="S::mde36@pitt.edu::b4e73ba1-5257-41c9-a03c-963d1a4744ee" providerId="AD" clId="Web-{D398BF20-3607-B1C9-B6A6-E96FD496A750}" dt="2026-10-12T18:23:29.676" v="2454" actId="14100"/>
          <ac:spMkLst>
            <pc:docMk/>
            <pc:sldMk cId="2438932041" sldId="259"/>
            <ac:spMk id="18" creationId="{994DAA54-017B-C4CF-E604-2046A3FB2CB9}"/>
          </ac:spMkLst>
        </pc:spChg>
        <pc:graphicFrameChg chg="add mod modGraphic">
          <ac:chgData name="Elliott, Mia D" userId="S::mde36@pitt.edu::b4e73ba1-5257-41c9-a03c-963d1a4744ee" providerId="AD" clId="Web-{D398BF20-3607-B1C9-B6A6-E96FD496A750}" dt="2026-10-12T19:04:07.263" v="2611" actId="1076"/>
          <ac:graphicFrameMkLst>
            <pc:docMk/>
            <pc:sldMk cId="2438932041" sldId="259"/>
            <ac:graphicFrameMk id="4" creationId="{FAFA6D02-1500-2CA4-F8AE-39998BEDB396}"/>
          </ac:graphicFrameMkLst>
        </pc:graphicFrameChg>
      </pc:sldChg>
      <pc:sldChg chg="addSp delSp modSp modTransition">
        <pc:chgData name="Elliott, Mia D" userId="S::mde36@pitt.edu::b4e73ba1-5257-41c9-a03c-963d1a4744ee" providerId="AD" clId="Web-{D398BF20-3607-B1C9-B6A6-E96FD496A750}" dt="2026-10-12T18:33:04.118" v="2593"/>
        <pc:sldMkLst>
          <pc:docMk/>
          <pc:sldMk cId="1869663049" sldId="260"/>
        </pc:sldMkLst>
        <pc:spChg chg="add mod">
          <ac:chgData name="Elliott, Mia D" userId="S::mde36@pitt.edu::b4e73ba1-5257-41c9-a03c-963d1a4744ee" providerId="AD" clId="Web-{D398BF20-3607-B1C9-B6A6-E96FD496A750}" dt="2026-10-12T16:46:18.443" v="1313" actId="1076"/>
          <ac:spMkLst>
            <pc:docMk/>
            <pc:sldMk cId="1869663049" sldId="260"/>
            <ac:spMk id="3" creationId="{A2E02782-B332-58F4-D8DA-2E3D4301C86A}"/>
          </ac:spMkLst>
        </pc:spChg>
        <pc:spChg chg="add mod">
          <ac:chgData name="Elliott, Mia D" userId="S::mde36@pitt.edu::b4e73ba1-5257-41c9-a03c-963d1a4744ee" providerId="AD" clId="Web-{D398BF20-3607-B1C9-B6A6-E96FD496A750}" dt="2026-10-12T16:46:21.428" v="1314" actId="1076"/>
          <ac:spMkLst>
            <pc:docMk/>
            <pc:sldMk cId="1869663049" sldId="260"/>
            <ac:spMk id="4" creationId="{85607446-D180-57C3-FF82-F15B71BF7E97}"/>
          </ac:spMkLst>
        </pc:spChg>
        <pc:spChg chg="add mod">
          <ac:chgData name="Elliott, Mia D" userId="S::mde36@pitt.edu::b4e73ba1-5257-41c9-a03c-963d1a4744ee" providerId="AD" clId="Web-{D398BF20-3607-B1C9-B6A6-E96FD496A750}" dt="2026-10-12T16:46:43.772" v="1328" actId="20577"/>
          <ac:spMkLst>
            <pc:docMk/>
            <pc:sldMk cId="1869663049" sldId="260"/>
            <ac:spMk id="5" creationId="{E3458087-2153-78E2-3C6D-BCE161E96CB6}"/>
          </ac:spMkLst>
        </pc:spChg>
        <pc:spChg chg="add mod">
          <ac:chgData name="Elliott, Mia D" userId="S::mde36@pitt.edu::b4e73ba1-5257-41c9-a03c-963d1a4744ee" providerId="AD" clId="Web-{D398BF20-3607-B1C9-B6A6-E96FD496A750}" dt="2026-10-12T16:50:37.540" v="1425" actId="1076"/>
          <ac:spMkLst>
            <pc:docMk/>
            <pc:sldMk cId="1869663049" sldId="260"/>
            <ac:spMk id="6" creationId="{C457D189-732B-FFF2-9ACB-EA6205A19F0C}"/>
          </ac:spMkLst>
        </pc:spChg>
        <pc:spChg chg="add mod">
          <ac:chgData name="Elliott, Mia D" userId="S::mde36@pitt.edu::b4e73ba1-5257-41c9-a03c-963d1a4744ee" providerId="AD" clId="Web-{D398BF20-3607-B1C9-B6A6-E96FD496A750}" dt="2026-10-12T16:59:55.372" v="1536" actId="1076"/>
          <ac:spMkLst>
            <pc:docMk/>
            <pc:sldMk cId="1869663049" sldId="260"/>
            <ac:spMk id="7" creationId="{FC988BC9-C994-905F-E151-D9BF222DF8CC}"/>
          </ac:spMkLst>
        </pc:spChg>
        <pc:spChg chg="add mod">
          <ac:chgData name="Elliott, Mia D" userId="S::mde36@pitt.edu::b4e73ba1-5257-41c9-a03c-963d1a4744ee" providerId="AD" clId="Web-{D398BF20-3607-B1C9-B6A6-E96FD496A750}" dt="2026-10-12T18:01:14.404" v="2260" actId="1076"/>
          <ac:spMkLst>
            <pc:docMk/>
            <pc:sldMk cId="1869663049" sldId="260"/>
            <ac:spMk id="8" creationId="{91AEDC2A-FBBB-DA62-48AE-1EC27F12DB48}"/>
          </ac:spMkLst>
        </pc:spChg>
        <pc:spChg chg="mod">
          <ac:chgData name="Elliott, Mia D" userId="S::mde36@pitt.edu::b4e73ba1-5257-41c9-a03c-963d1a4744ee" providerId="AD" clId="Web-{D398BF20-3607-B1C9-B6A6-E96FD496A750}" dt="2026-10-12T16:46:16.725" v="1312" actId="1076"/>
          <ac:spMkLst>
            <pc:docMk/>
            <pc:sldMk cId="1869663049" sldId="260"/>
            <ac:spMk id="9" creationId="{FE2880F1-E5CE-30D5-62DC-1A64C8E29687}"/>
          </ac:spMkLst>
        </pc:spChg>
        <pc:spChg chg="add mod">
          <ac:chgData name="Elliott, Mia D" userId="S::mde36@pitt.edu::b4e73ba1-5257-41c9-a03c-963d1a4744ee" providerId="AD" clId="Web-{D398BF20-3607-B1C9-B6A6-E96FD496A750}" dt="2026-10-12T18:01:17.951" v="2261" actId="1076"/>
          <ac:spMkLst>
            <pc:docMk/>
            <pc:sldMk cId="1869663049" sldId="260"/>
            <ac:spMk id="10" creationId="{4549739F-7B5D-D69D-D91D-2D220D91E32F}"/>
          </ac:spMkLst>
        </pc:spChg>
        <pc:spChg chg="add mod">
          <ac:chgData name="Elliott, Mia D" userId="S::mde36@pitt.edu::b4e73ba1-5257-41c9-a03c-963d1a4744ee" providerId="AD" clId="Web-{D398BF20-3607-B1C9-B6A6-E96FD496A750}" dt="2026-10-12T18:01:24.607" v="2263" actId="1076"/>
          <ac:spMkLst>
            <pc:docMk/>
            <pc:sldMk cId="1869663049" sldId="260"/>
            <ac:spMk id="11" creationId="{4E2C99F0-342D-C1D9-304B-20D209DD06DD}"/>
          </ac:spMkLst>
        </pc:spChg>
        <pc:spChg chg="add del mod">
          <ac:chgData name="Elliott, Mia D" userId="S::mde36@pitt.edu::b4e73ba1-5257-41c9-a03c-963d1a4744ee" providerId="AD" clId="Web-{D398BF20-3607-B1C9-B6A6-E96FD496A750}" dt="2026-10-12T16:59:11.981" v="1522"/>
          <ac:spMkLst>
            <pc:docMk/>
            <pc:sldMk cId="1869663049" sldId="260"/>
            <ac:spMk id="12" creationId="{7C2630C6-3F75-6517-9682-6554DB836CD8}"/>
          </ac:spMkLst>
        </pc:spChg>
        <pc:spChg chg="add">
          <ac:chgData name="Elliott, Mia D" userId="S::mde36@pitt.edu::b4e73ba1-5257-41c9-a03c-963d1a4744ee" providerId="AD" clId="Web-{D398BF20-3607-B1C9-B6A6-E96FD496A750}" dt="2026-10-12T16:59:17.341" v="1523"/>
          <ac:spMkLst>
            <pc:docMk/>
            <pc:sldMk cId="1869663049" sldId="260"/>
            <ac:spMk id="13" creationId="{FAD1A412-096D-CF8F-43AD-CF7A8CA8BC0C}"/>
          </ac:spMkLst>
        </pc:spChg>
        <pc:spChg chg="add mod">
          <ac:chgData name="Elliott, Mia D" userId="S::mde36@pitt.edu::b4e73ba1-5257-41c9-a03c-963d1a4744ee" providerId="AD" clId="Web-{D398BF20-3607-B1C9-B6A6-E96FD496A750}" dt="2026-10-12T18:01:21.279" v="2262" actId="1076"/>
          <ac:spMkLst>
            <pc:docMk/>
            <pc:sldMk cId="1869663049" sldId="260"/>
            <ac:spMk id="14" creationId="{4667AF0E-30F9-3891-15A3-1A0927D5D9E6}"/>
          </ac:spMkLst>
        </pc:spChg>
        <pc:graphicFrameChg chg="add del mod modGraphic">
          <ac:chgData name="Elliott, Mia D" userId="S::mde36@pitt.edu::b4e73ba1-5257-41c9-a03c-963d1a4744ee" providerId="AD" clId="Web-{D398BF20-3607-B1C9-B6A6-E96FD496A750}" dt="2026-10-12T18:01:57.842" v="2273"/>
          <ac:graphicFrameMkLst>
            <pc:docMk/>
            <pc:sldMk cId="1869663049" sldId="260"/>
            <ac:graphicFrameMk id="16" creationId="{FAFA6D02-1500-2CA4-F8AE-39998BEDB396}"/>
          </ac:graphicFrameMkLst>
        </pc:graphicFrameChg>
      </pc:sldChg>
      <pc:sldChg chg="modTransition">
        <pc:chgData name="Elliott, Mia D" userId="S::mde36@pitt.edu::b4e73ba1-5257-41c9-a03c-963d1a4744ee" providerId="AD" clId="Web-{D398BF20-3607-B1C9-B6A6-E96FD496A750}" dt="2026-10-12T18:33:19.994" v="2594"/>
        <pc:sldMkLst>
          <pc:docMk/>
          <pc:sldMk cId="3547153506" sldId="261"/>
        </pc:sldMkLst>
      </pc:sldChg>
      <pc:sldChg chg="ord modTransition">
        <pc:chgData name="Elliott, Mia D" userId="S::mde36@pitt.edu::b4e73ba1-5257-41c9-a03c-963d1a4744ee" providerId="AD" clId="Web-{D398BF20-3607-B1C9-B6A6-E96FD496A750}" dt="2026-10-12T18:33:44.495" v="2597"/>
        <pc:sldMkLst>
          <pc:docMk/>
          <pc:sldMk cId="1460104210" sldId="262"/>
        </pc:sldMkLst>
      </pc:sldChg>
      <pc:sldChg chg="addSp delSp modSp ord modTransition modNotes">
        <pc:chgData name="Elliott, Mia D" userId="S::mde36@pitt.edu::b4e73ba1-5257-41c9-a03c-963d1a4744ee" providerId="AD" clId="Web-{D398BF20-3607-B1C9-B6A6-E96FD496A750}" dt="2026-10-12T19:12:22.094" v="2612" actId="14100"/>
        <pc:sldMkLst>
          <pc:docMk/>
          <pc:sldMk cId="3815677945" sldId="263"/>
        </pc:sldMkLst>
        <pc:spChg chg="mod">
          <ac:chgData name="Elliott, Mia D" userId="S::mde36@pitt.edu::b4e73ba1-5257-41c9-a03c-963d1a4744ee" providerId="AD" clId="Web-{D398BF20-3607-B1C9-B6A6-E96FD496A750}" dt="2026-10-12T18:22:05.783" v="2451" actId="14100"/>
          <ac:spMkLst>
            <pc:docMk/>
            <pc:sldMk cId="3815677945" sldId="263"/>
            <ac:spMk id="2" creationId="{5F04366F-2812-1D60-4B05-37410066E8E0}"/>
          </ac:spMkLst>
        </pc:spChg>
        <pc:spChg chg="add mod">
          <ac:chgData name="Elliott, Mia D" userId="S::mde36@pitt.edu::b4e73ba1-5257-41c9-a03c-963d1a4744ee" providerId="AD" clId="Web-{D398BF20-3607-B1C9-B6A6-E96FD496A750}" dt="2026-10-12T18:26:24.807" v="2493" actId="1076"/>
          <ac:spMkLst>
            <pc:docMk/>
            <pc:sldMk cId="3815677945" sldId="263"/>
            <ac:spMk id="3" creationId="{4864F350-10F1-4BFD-B544-055B1B9D2FE9}"/>
          </ac:spMkLst>
        </pc:spChg>
        <pc:spChg chg="add del mod">
          <ac:chgData name="Elliott, Mia D" userId="S::mde36@pitt.edu::b4e73ba1-5257-41c9-a03c-963d1a4744ee" providerId="AD" clId="Web-{D398BF20-3607-B1C9-B6A6-E96FD496A750}" dt="2026-10-12T17:11:24.503" v="1553"/>
          <ac:spMkLst>
            <pc:docMk/>
            <pc:sldMk cId="3815677945" sldId="263"/>
            <ac:spMk id="3" creationId="{CBB0C95D-34EB-753E-640B-1E4097676175}"/>
          </ac:spMkLst>
        </pc:spChg>
        <pc:spChg chg="add del mod">
          <ac:chgData name="Elliott, Mia D" userId="S::mde36@pitt.edu::b4e73ba1-5257-41c9-a03c-963d1a4744ee" providerId="AD" clId="Web-{D398BF20-3607-B1C9-B6A6-E96FD496A750}" dt="2026-10-12T17:11:37.004" v="1561"/>
          <ac:spMkLst>
            <pc:docMk/>
            <pc:sldMk cId="3815677945" sldId="263"/>
            <ac:spMk id="4" creationId="{CBB0C95D-34EB-753E-640B-1E4097676175}"/>
          </ac:spMkLst>
        </pc:spChg>
        <pc:spChg chg="add mod">
          <ac:chgData name="Elliott, Mia D" userId="S::mde36@pitt.edu::b4e73ba1-5257-41c9-a03c-963d1a4744ee" providerId="AD" clId="Web-{D398BF20-3607-B1C9-B6A6-E96FD496A750}" dt="2026-10-12T18:26:29.870" v="2494" actId="1076"/>
          <ac:spMkLst>
            <pc:docMk/>
            <pc:sldMk cId="3815677945" sldId="263"/>
            <ac:spMk id="4" creationId="{D504EC39-C163-2694-9D60-F2F025ADD4A0}"/>
          </ac:spMkLst>
        </pc:spChg>
        <pc:spChg chg="add mod">
          <ac:chgData name="Elliott, Mia D" userId="S::mde36@pitt.edu::b4e73ba1-5257-41c9-a03c-963d1a4744ee" providerId="AD" clId="Web-{D398BF20-3607-B1C9-B6A6-E96FD496A750}" dt="2026-10-12T19:12:22.094" v="2612" actId="14100"/>
          <ac:spMkLst>
            <pc:docMk/>
            <pc:sldMk cId="3815677945" sldId="263"/>
            <ac:spMk id="5" creationId="{17B10AF0-CFFC-5B55-9C16-D693BD9F4B04}"/>
          </ac:spMkLst>
        </pc:spChg>
        <pc:spChg chg="add del">
          <ac:chgData name="Elliott, Mia D" userId="S::mde36@pitt.edu::b4e73ba1-5257-41c9-a03c-963d1a4744ee" providerId="AD" clId="Web-{D398BF20-3607-B1C9-B6A6-E96FD496A750}" dt="2026-10-12T17:11:44.488" v="1564"/>
          <ac:spMkLst>
            <pc:docMk/>
            <pc:sldMk cId="3815677945" sldId="263"/>
            <ac:spMk id="5" creationId="{CBB0C95D-34EB-753E-640B-1E4097676175}"/>
          </ac:spMkLst>
        </pc:spChg>
        <pc:spChg chg="add mod">
          <ac:chgData name="Elliott, Mia D" userId="S::mde36@pitt.edu::b4e73ba1-5257-41c9-a03c-963d1a4744ee" providerId="AD" clId="Web-{D398BF20-3607-B1C9-B6A6-E96FD496A750}" dt="2026-10-12T18:22:02.032" v="2450" actId="1076"/>
          <ac:spMkLst>
            <pc:docMk/>
            <pc:sldMk cId="3815677945" sldId="263"/>
            <ac:spMk id="6" creationId="{01BB8F9F-294C-0E9E-3F32-DC33429987BA}"/>
          </ac:spMkLst>
        </pc:spChg>
        <pc:spChg chg="add mod">
          <ac:chgData name="Elliott, Mia D" userId="S::mde36@pitt.edu::b4e73ba1-5257-41c9-a03c-963d1a4744ee" providerId="AD" clId="Web-{D398BF20-3607-B1C9-B6A6-E96FD496A750}" dt="2026-10-12T18:26:10.557" v="2489" actId="1076"/>
          <ac:spMkLst>
            <pc:docMk/>
            <pc:sldMk cId="3815677945" sldId="263"/>
            <ac:spMk id="10" creationId="{D7FDBEC5-0D7F-FADB-CA6A-EE9C5FB0B011}"/>
          </ac:spMkLst>
        </pc:spChg>
        <pc:spChg chg="add del mod">
          <ac:chgData name="Elliott, Mia D" userId="S::mde36@pitt.edu::b4e73ba1-5257-41c9-a03c-963d1a4744ee" providerId="AD" clId="Web-{D398BF20-3607-B1C9-B6A6-E96FD496A750}" dt="2026-10-12T17:58:12.980" v="2259"/>
          <ac:spMkLst>
            <pc:docMk/>
            <pc:sldMk cId="3815677945" sldId="263"/>
            <ac:spMk id="11" creationId="{2B0D9E69-D6B8-16A1-AAD8-71620E164C71}"/>
          </ac:spMkLst>
        </pc:spChg>
        <pc:spChg chg="add mod">
          <ac:chgData name="Elliott, Mia D" userId="S::mde36@pitt.edu::b4e73ba1-5257-41c9-a03c-963d1a4744ee" providerId="AD" clId="Web-{D398BF20-3607-B1C9-B6A6-E96FD496A750}" dt="2026-10-12T18:26:17.385" v="2491" actId="1076"/>
          <ac:spMkLst>
            <pc:docMk/>
            <pc:sldMk cId="3815677945" sldId="263"/>
            <ac:spMk id="12" creationId="{81BAF62A-D2E1-831D-9B53-54C977700F7D}"/>
          </ac:spMkLst>
        </pc:spChg>
        <pc:spChg chg="add mod">
          <ac:chgData name="Elliott, Mia D" userId="S::mde36@pitt.edu::b4e73ba1-5257-41c9-a03c-963d1a4744ee" providerId="AD" clId="Web-{D398BF20-3607-B1C9-B6A6-E96FD496A750}" dt="2026-10-12T18:27:02.996" v="2508" actId="20577"/>
          <ac:spMkLst>
            <pc:docMk/>
            <pc:sldMk cId="3815677945" sldId="263"/>
            <ac:spMk id="16" creationId="{CB3BD71D-8011-02D3-B084-87C107EA91EF}"/>
          </ac:spMkLst>
        </pc:spChg>
        <pc:spChg chg="add mod">
          <ac:chgData name="Elliott, Mia D" userId="S::mde36@pitt.edu::b4e73ba1-5257-41c9-a03c-963d1a4744ee" providerId="AD" clId="Web-{D398BF20-3607-B1C9-B6A6-E96FD496A750}" dt="2026-10-12T18:27:22.688" v="2515" actId="1076"/>
          <ac:spMkLst>
            <pc:docMk/>
            <pc:sldMk cId="3815677945" sldId="263"/>
            <ac:spMk id="17" creationId="{4B61308B-2BA3-0A93-F293-DEFBA7C71543}"/>
          </ac:spMkLst>
        </pc:spChg>
        <pc:spChg chg="add mod">
          <ac:chgData name="Elliott, Mia D" userId="S::mde36@pitt.edu::b4e73ba1-5257-41c9-a03c-963d1a4744ee" providerId="AD" clId="Web-{D398BF20-3607-B1C9-B6A6-E96FD496A750}" dt="2026-10-12T18:43:55.267" v="2605" actId="1076"/>
          <ac:spMkLst>
            <pc:docMk/>
            <pc:sldMk cId="3815677945" sldId="263"/>
            <ac:spMk id="18" creationId="{0C759E53-7D80-9470-D030-2DF8B06C2CD6}"/>
          </ac:spMkLst>
        </pc:spChg>
        <pc:spChg chg="add mod">
          <ac:chgData name="Elliott, Mia D" userId="S::mde36@pitt.edu::b4e73ba1-5257-41c9-a03c-963d1a4744ee" providerId="AD" clId="Web-{D398BF20-3607-B1C9-B6A6-E96FD496A750}" dt="2026-10-12T18:29:32.829" v="2582" actId="1076"/>
          <ac:spMkLst>
            <pc:docMk/>
            <pc:sldMk cId="3815677945" sldId="263"/>
            <ac:spMk id="19" creationId="{5B23A5AF-91E9-9F5A-28C3-7E8FAF08CB4F}"/>
          </ac:spMkLst>
        </pc:spChg>
        <pc:graphicFrameChg chg="add del mod modGraphic">
          <ac:chgData name="Elliott, Mia D" userId="S::mde36@pitt.edu::b4e73ba1-5257-41c9-a03c-963d1a4744ee" providerId="AD" clId="Web-{D398BF20-3607-B1C9-B6A6-E96FD496A750}" dt="2026-10-12T18:05:32.137" v="2330"/>
          <ac:graphicFrameMkLst>
            <pc:docMk/>
            <pc:sldMk cId="3815677945" sldId="263"/>
            <ac:graphicFrameMk id="7" creationId="{9C141448-53FA-CAD0-A783-283664A565F5}"/>
          </ac:graphicFrameMkLst>
        </pc:graphicFrameChg>
        <pc:graphicFrameChg chg="add del mod">
          <ac:chgData name="Elliott, Mia D" userId="S::mde36@pitt.edu::b4e73ba1-5257-41c9-a03c-963d1a4744ee" providerId="AD" clId="Web-{D398BF20-3607-B1C9-B6A6-E96FD496A750}" dt="2026-10-12T17:15:47.834" v="1629"/>
          <ac:graphicFrameMkLst>
            <pc:docMk/>
            <pc:sldMk cId="3815677945" sldId="263"/>
            <ac:graphicFrameMk id="9" creationId="{871119BF-FDFB-4C05-3F89-C67370B4B8C6}"/>
          </ac:graphicFrameMkLst>
        </pc:graphicFrameChg>
        <pc:picChg chg="add del mod">
          <ac:chgData name="Elliott, Mia D" userId="S::mde36@pitt.edu::b4e73ba1-5257-41c9-a03c-963d1a4744ee" providerId="AD" clId="Web-{D398BF20-3607-B1C9-B6A6-E96FD496A750}" dt="2026-10-12T18:15:49.253" v="2412"/>
          <ac:picMkLst>
            <pc:docMk/>
            <pc:sldMk cId="3815677945" sldId="263"/>
            <ac:picMk id="8" creationId="{60AA6D48-377D-EED7-4792-E465B0A46049}"/>
          </ac:picMkLst>
        </pc:picChg>
        <pc:picChg chg="add del mod">
          <ac:chgData name="Elliott, Mia D" userId="S::mde36@pitt.edu::b4e73ba1-5257-41c9-a03c-963d1a4744ee" providerId="AD" clId="Web-{D398BF20-3607-B1C9-B6A6-E96FD496A750}" dt="2026-10-12T18:16:13.176" v="2414"/>
          <ac:picMkLst>
            <pc:docMk/>
            <pc:sldMk cId="3815677945" sldId="263"/>
            <ac:picMk id="9" creationId="{4BB3B1DA-29CC-39C9-CB60-456A5A437A92}"/>
          </ac:picMkLst>
        </pc:picChg>
        <pc:picChg chg="add del mod">
          <ac:chgData name="Elliott, Mia D" userId="S::mde36@pitt.edu::b4e73ba1-5257-41c9-a03c-963d1a4744ee" providerId="AD" clId="Web-{D398BF20-3607-B1C9-B6A6-E96FD496A750}" dt="2026-10-12T18:16:29.067" v="2416"/>
          <ac:picMkLst>
            <pc:docMk/>
            <pc:sldMk cId="3815677945" sldId="263"/>
            <ac:picMk id="11" creationId="{3FF5068F-2EED-57C0-2781-009933836C03}"/>
          </ac:picMkLst>
        </pc:picChg>
        <pc:picChg chg="add del mod">
          <ac:chgData name="Elliott, Mia D" userId="S::mde36@pitt.edu::b4e73ba1-5257-41c9-a03c-963d1a4744ee" providerId="AD" clId="Web-{D398BF20-3607-B1C9-B6A6-E96FD496A750}" dt="2026-10-12T18:16:42.864" v="2418"/>
          <ac:picMkLst>
            <pc:docMk/>
            <pc:sldMk cId="3815677945" sldId="263"/>
            <ac:picMk id="13" creationId="{34718169-FD6E-BF48-A089-FD74C02D82C9}"/>
          </ac:picMkLst>
        </pc:picChg>
        <pc:picChg chg="add del mod">
          <ac:chgData name="Elliott, Mia D" userId="S::mde36@pitt.edu::b4e73ba1-5257-41c9-a03c-963d1a4744ee" providerId="AD" clId="Web-{D398BF20-3607-B1C9-B6A6-E96FD496A750}" dt="2026-10-12T18:16:50.255" v="2420"/>
          <ac:picMkLst>
            <pc:docMk/>
            <pc:sldMk cId="3815677945" sldId="263"/>
            <ac:picMk id="14" creationId="{7C7B042B-7316-9FAE-8B25-880607003AD0}"/>
          </ac:picMkLst>
        </pc:picChg>
        <pc:picChg chg="add mod">
          <ac:chgData name="Elliott, Mia D" userId="S::mde36@pitt.edu::b4e73ba1-5257-41c9-a03c-963d1a4744ee" providerId="AD" clId="Web-{D398BF20-3607-B1C9-B6A6-E96FD496A750}" dt="2026-10-12T18:18:40.743" v="2449" actId="1076"/>
          <ac:picMkLst>
            <pc:docMk/>
            <pc:sldMk cId="3815677945" sldId="263"/>
            <ac:picMk id="15" creationId="{43176808-7B08-FE2E-CCE2-9ABD48E10A58}"/>
          </ac:picMkLst>
        </pc:picChg>
      </pc:sldChg>
      <pc:sldChg chg="modTransition">
        <pc:chgData name="Elliott, Mia D" userId="S::mde36@pitt.edu::b4e73ba1-5257-41c9-a03c-963d1a4744ee" providerId="AD" clId="Web-{D398BF20-3607-B1C9-B6A6-E96FD496A750}" dt="2026-10-12T18:33:38.120" v="2596"/>
        <pc:sldMkLst>
          <pc:docMk/>
          <pc:sldMk cId="2266485588" sldId="266"/>
        </pc:sldMkLst>
      </pc:sldChg>
      <pc:sldChg chg="new add del">
        <pc:chgData name="Elliott, Mia D" userId="S::mde36@pitt.edu::b4e73ba1-5257-41c9-a03c-963d1a4744ee" providerId="AD" clId="Web-{D398BF20-3607-B1C9-B6A6-E96FD496A750}" dt="2026-10-12T16:59:23.357" v="1525"/>
        <pc:sldMkLst>
          <pc:docMk/>
          <pc:sldMk cId="1857435138" sldId="267"/>
        </pc:sldMkLst>
      </pc:sldChg>
    </pc:docChg>
  </pc:docChgLst>
  <pc:docChgLst>
    <pc:chgData name="Bixler, Thomas M" userId="0be7fe11-7194-468c-9944-b6697f6da2cd" providerId="ADAL" clId="{88DC0E8E-AABA-4618-8C5F-A1D4F46C59D1}"/>
    <pc:docChg chg="undo redo custSel addSld delSld modSld sldOrd addMainMaster delMainMaster">
      <pc:chgData name="Bixler, Thomas M" userId="0be7fe11-7194-468c-9944-b6697f6da2cd" providerId="ADAL" clId="{88DC0E8E-AABA-4618-8C5F-A1D4F46C59D1}" dt="2026-10-13T16:46:30.531" v="13702" actId="20577"/>
      <pc:docMkLst>
        <pc:docMk/>
      </pc:docMkLst>
      <pc:sldChg chg="addSp delSp modSp mod setBg modClrScheme setClrOvrMap delDesignElem chgLayout">
        <pc:chgData name="Bixler, Thomas M" userId="0be7fe11-7194-468c-9944-b6697f6da2cd" providerId="ADAL" clId="{88DC0E8E-AABA-4618-8C5F-A1D4F46C59D1}" dt="2026-10-06T20:26:10.957" v="75" actId="1076"/>
        <pc:sldMkLst>
          <pc:docMk/>
          <pc:sldMk cId="3530666506" sldId="256"/>
        </pc:sldMkLst>
        <pc:spChg chg="mod">
          <ac:chgData name="Bixler, Thomas M" userId="0be7fe11-7194-468c-9944-b6697f6da2cd" providerId="ADAL" clId="{88DC0E8E-AABA-4618-8C5F-A1D4F46C59D1}" dt="2026-10-06T20:25:40.585" v="23" actId="1076"/>
          <ac:spMkLst>
            <pc:docMk/>
            <pc:sldMk cId="3530666506" sldId="256"/>
            <ac:spMk id="2" creationId="{8B418FDA-CAA1-009A-0C95-9A8372F6D37D}"/>
          </ac:spMkLst>
        </pc:spChg>
        <pc:spChg chg="add del mod">
          <ac:chgData name="Bixler, Thomas M" userId="0be7fe11-7194-468c-9944-b6697f6da2cd" providerId="ADAL" clId="{88DC0E8E-AABA-4618-8C5F-A1D4F46C59D1}" dt="2026-10-06T20:26:10.957" v="75" actId="1076"/>
          <ac:spMkLst>
            <pc:docMk/>
            <pc:sldMk cId="3530666506" sldId="256"/>
            <ac:spMk id="3" creationId="{6D82CDCB-6F03-8ECA-088C-684143300D73}"/>
          </ac:spMkLst>
        </pc:spChg>
      </pc:sldChg>
      <pc:sldChg chg="addSp delSp modSp mod modTransition modClrScheme chgLayout">
        <pc:chgData name="Bixler, Thomas M" userId="0be7fe11-7194-468c-9944-b6697f6da2cd" providerId="ADAL" clId="{88DC0E8E-AABA-4618-8C5F-A1D4F46C59D1}" dt="2026-10-12T20:53:46.743" v="8720"/>
        <pc:sldMkLst>
          <pc:docMk/>
          <pc:sldMk cId="3077186349" sldId="257"/>
        </pc:sldMkLst>
        <pc:spChg chg="add del mod">
          <ac:chgData name="Bixler, Thomas M" userId="0be7fe11-7194-468c-9944-b6697f6da2cd" providerId="ADAL" clId="{88DC0E8E-AABA-4618-8C5F-A1D4F46C59D1}" dt="2026-10-06T20:37:17.973" v="120" actId="47"/>
          <ac:spMkLst>
            <pc:docMk/>
            <pc:sldMk cId="3077186349" sldId="257"/>
            <ac:spMk id="3" creationId="{61A24313-9E5F-F0FE-DDBA-9BE36205A236}"/>
          </ac:spMkLst>
        </pc:spChg>
        <pc:spChg chg="mod">
          <ac:chgData name="Bixler, Thomas M" userId="0be7fe11-7194-468c-9944-b6697f6da2cd" providerId="ADAL" clId="{88DC0E8E-AABA-4618-8C5F-A1D4F46C59D1}" dt="2026-10-12T19:37:05.985" v="5039" actId="20577"/>
          <ac:spMkLst>
            <pc:docMk/>
            <pc:sldMk cId="3077186349" sldId="257"/>
            <ac:spMk id="8" creationId="{7E025D22-FB0B-553C-4EF6-86D7B3224487}"/>
          </ac:spMkLst>
        </pc:spChg>
        <pc:spChg chg="mod">
          <ac:chgData name="Bixler, Thomas M" userId="0be7fe11-7194-468c-9944-b6697f6da2cd" providerId="ADAL" clId="{88DC0E8E-AABA-4618-8C5F-A1D4F46C59D1}" dt="2026-10-12T19:37:01.889" v="5031" actId="1076"/>
          <ac:spMkLst>
            <pc:docMk/>
            <pc:sldMk cId="3077186349" sldId="257"/>
            <ac:spMk id="9" creationId="{F2BFF1B7-F406-2229-DEA8-6CA48BC4B4CD}"/>
          </ac:spMkLst>
        </pc:spChg>
        <pc:spChg chg="mod">
          <ac:chgData name="Bixler, Thomas M" userId="0be7fe11-7194-468c-9944-b6697f6da2cd" providerId="ADAL" clId="{88DC0E8E-AABA-4618-8C5F-A1D4F46C59D1}" dt="2026-10-12T19:36:40.937" v="5018" actId="14100"/>
          <ac:spMkLst>
            <pc:docMk/>
            <pc:sldMk cId="3077186349" sldId="257"/>
            <ac:spMk id="10" creationId="{9A8A1CAA-F2E0-2390-58E5-7B0C63131B5C}"/>
          </ac:spMkLst>
        </pc:spChg>
        <pc:spChg chg="mod">
          <ac:chgData name="Bixler, Thomas M" userId="0be7fe11-7194-468c-9944-b6697f6da2cd" providerId="ADAL" clId="{88DC0E8E-AABA-4618-8C5F-A1D4F46C59D1}" dt="2026-10-12T19:36:56.703" v="5030" actId="14100"/>
          <ac:spMkLst>
            <pc:docMk/>
            <pc:sldMk cId="3077186349" sldId="257"/>
            <ac:spMk id="11" creationId="{F98A1A30-EBDD-9FB7-99CD-E3FAF7E70095}"/>
          </ac:spMkLst>
        </pc:spChg>
      </pc:sldChg>
      <pc:sldChg chg="addSp delSp modSp new mod modTransition modNotesTx">
        <pc:chgData name="Bixler, Thomas M" userId="0be7fe11-7194-468c-9944-b6697f6da2cd" providerId="ADAL" clId="{88DC0E8E-AABA-4618-8C5F-A1D4F46C59D1}" dt="2026-10-12T21:17:21.345" v="10439" actId="20577"/>
        <pc:sldMkLst>
          <pc:docMk/>
          <pc:sldMk cId="3334151547" sldId="258"/>
        </pc:sldMkLst>
        <pc:spChg chg="add del mod">
          <ac:chgData name="Bixler, Thomas M" userId="0be7fe11-7194-468c-9944-b6697f6da2cd" providerId="ADAL" clId="{88DC0E8E-AABA-4618-8C5F-A1D4F46C59D1}" dt="2026-10-12T20:01:56.479" v="5693" actId="478"/>
          <ac:spMkLst>
            <pc:docMk/>
            <pc:sldMk cId="3334151547" sldId="258"/>
            <ac:spMk id="3" creationId="{EF9588AA-F191-89E2-CA56-BD2FA7F477EE}"/>
          </ac:spMkLst>
        </pc:spChg>
        <pc:spChg chg="add del mod">
          <ac:chgData name="Bixler, Thomas M" userId="0be7fe11-7194-468c-9944-b6697f6da2cd" providerId="ADAL" clId="{88DC0E8E-AABA-4618-8C5F-A1D4F46C59D1}" dt="2026-10-12T20:01:59.418" v="5695" actId="478"/>
          <ac:spMkLst>
            <pc:docMk/>
            <pc:sldMk cId="3334151547" sldId="258"/>
            <ac:spMk id="4" creationId="{ECFCA91E-66ED-598A-F4F5-E6C640F1B019}"/>
          </ac:spMkLst>
        </pc:spChg>
        <pc:spChg chg="mod">
          <ac:chgData name="Bixler, Thomas M" userId="0be7fe11-7194-468c-9944-b6697f6da2cd" providerId="ADAL" clId="{88DC0E8E-AABA-4618-8C5F-A1D4F46C59D1}" dt="2026-10-12T19:45:02.406" v="5047" actId="1076"/>
          <ac:spMkLst>
            <pc:docMk/>
            <pc:sldMk cId="3334151547" sldId="258"/>
            <ac:spMk id="7" creationId="{DB6C6AD3-595E-A740-32AB-457F4A707DD7}"/>
          </ac:spMkLst>
        </pc:spChg>
        <pc:spChg chg="add del mod">
          <ac:chgData name="Bixler, Thomas M" userId="0be7fe11-7194-468c-9944-b6697f6da2cd" providerId="ADAL" clId="{88DC0E8E-AABA-4618-8C5F-A1D4F46C59D1}" dt="2026-10-12T19:50:45.176" v="5369" actId="1076"/>
          <ac:spMkLst>
            <pc:docMk/>
            <pc:sldMk cId="3334151547" sldId="258"/>
            <ac:spMk id="8" creationId="{76C2AE19-6629-1DD8-6849-716DA8D29C03}"/>
          </ac:spMkLst>
        </pc:spChg>
        <pc:spChg chg="mod">
          <ac:chgData name="Bixler, Thomas M" userId="0be7fe11-7194-468c-9944-b6697f6da2cd" providerId="ADAL" clId="{88DC0E8E-AABA-4618-8C5F-A1D4F46C59D1}" dt="2026-10-12T20:04:37.249" v="5710" actId="1076"/>
          <ac:spMkLst>
            <pc:docMk/>
            <pc:sldMk cId="3334151547" sldId="258"/>
            <ac:spMk id="9" creationId="{32E003F5-80A7-4847-825E-4E6E61C58B75}"/>
          </ac:spMkLst>
        </pc:spChg>
        <pc:spChg chg="mod">
          <ac:chgData name="Bixler, Thomas M" userId="0be7fe11-7194-468c-9944-b6697f6da2cd" providerId="ADAL" clId="{88DC0E8E-AABA-4618-8C5F-A1D4F46C59D1}" dt="2026-10-12T19:49:39.632" v="5359" actId="1076"/>
          <ac:spMkLst>
            <pc:docMk/>
            <pc:sldMk cId="3334151547" sldId="258"/>
            <ac:spMk id="10" creationId="{8407D441-11C3-BE3E-430B-1F37B0A4B7D0}"/>
          </ac:spMkLst>
        </pc:spChg>
        <pc:spChg chg="mod">
          <ac:chgData name="Bixler, Thomas M" userId="0be7fe11-7194-468c-9944-b6697f6da2cd" providerId="ADAL" clId="{88DC0E8E-AABA-4618-8C5F-A1D4F46C59D1}" dt="2026-10-12T20:21:22.219" v="6311" actId="20577"/>
          <ac:spMkLst>
            <pc:docMk/>
            <pc:sldMk cId="3334151547" sldId="258"/>
            <ac:spMk id="11" creationId="{19ACC7ED-97F1-EF74-34E5-9C26BDB84112}"/>
          </ac:spMkLst>
        </pc:spChg>
        <pc:spChg chg="mod">
          <ac:chgData name="Bixler, Thomas M" userId="0be7fe11-7194-468c-9944-b6697f6da2cd" providerId="ADAL" clId="{88DC0E8E-AABA-4618-8C5F-A1D4F46C59D1}" dt="2026-10-12T20:02:34.546" v="5698" actId="1076"/>
          <ac:spMkLst>
            <pc:docMk/>
            <pc:sldMk cId="3334151547" sldId="258"/>
            <ac:spMk id="12" creationId="{0B9C1995-FBE4-D526-84CE-3D51D6C16499}"/>
          </ac:spMkLst>
        </pc:spChg>
        <pc:spChg chg="del mod">
          <ac:chgData name="Bixler, Thomas M" userId="0be7fe11-7194-468c-9944-b6697f6da2cd" providerId="ADAL" clId="{88DC0E8E-AABA-4618-8C5F-A1D4F46C59D1}" dt="2026-10-12T18:37:50.005" v="3600"/>
          <ac:spMkLst>
            <pc:docMk/>
            <pc:sldMk cId="3334151547" sldId="258"/>
            <ac:spMk id="13" creationId="{C353EA23-5B02-B1B8-1C37-1FC73C8500B2}"/>
          </ac:spMkLst>
        </pc:spChg>
        <pc:spChg chg="mod">
          <ac:chgData name="Bixler, Thomas M" userId="0be7fe11-7194-468c-9944-b6697f6da2cd" providerId="ADAL" clId="{88DC0E8E-AABA-4618-8C5F-A1D4F46C59D1}" dt="2026-10-12T20:02:13.042" v="5696" actId="2710"/>
          <ac:spMkLst>
            <pc:docMk/>
            <pc:sldMk cId="3334151547" sldId="258"/>
            <ac:spMk id="16" creationId="{DFD51A1F-B376-F36D-75BD-10D5C12A4AA4}"/>
          </ac:spMkLst>
        </pc:spChg>
        <pc:spChg chg="del mod">
          <ac:chgData name="Bixler, Thomas M" userId="0be7fe11-7194-468c-9944-b6697f6da2cd" providerId="ADAL" clId="{88DC0E8E-AABA-4618-8C5F-A1D4F46C59D1}" dt="2026-10-12T19:14:19.343" v="4597" actId="478"/>
          <ac:spMkLst>
            <pc:docMk/>
            <pc:sldMk cId="3334151547" sldId="258"/>
            <ac:spMk id="17" creationId="{9194B746-E5C4-CC81-1769-91750FC996F5}"/>
          </ac:spMkLst>
        </pc:spChg>
        <pc:spChg chg="del mod">
          <ac:chgData name="Bixler, Thomas M" userId="0be7fe11-7194-468c-9944-b6697f6da2cd" providerId="ADAL" clId="{88DC0E8E-AABA-4618-8C5F-A1D4F46C59D1}" dt="2026-10-12T19:26:06.297" v="4599" actId="478"/>
          <ac:spMkLst>
            <pc:docMk/>
            <pc:sldMk cId="3334151547" sldId="258"/>
            <ac:spMk id="18" creationId="{4C36D520-EA60-CF14-6062-1AAEE732EA43}"/>
          </ac:spMkLst>
        </pc:spChg>
        <pc:spChg chg="del mod">
          <ac:chgData name="Bixler, Thomas M" userId="0be7fe11-7194-468c-9944-b6697f6da2cd" providerId="ADAL" clId="{88DC0E8E-AABA-4618-8C5F-A1D4F46C59D1}" dt="2026-10-12T19:10:09.608" v="4394" actId="478"/>
          <ac:spMkLst>
            <pc:docMk/>
            <pc:sldMk cId="3334151547" sldId="258"/>
            <ac:spMk id="19" creationId="{73044B14-12B3-4B4B-B189-A1E6AA60A27E}"/>
          </ac:spMkLst>
        </pc:spChg>
        <pc:spChg chg="del mod">
          <ac:chgData name="Bixler, Thomas M" userId="0be7fe11-7194-468c-9944-b6697f6da2cd" providerId="ADAL" clId="{88DC0E8E-AABA-4618-8C5F-A1D4F46C59D1}" dt="2026-10-12T19:26:09.290" v="4601" actId="478"/>
          <ac:spMkLst>
            <pc:docMk/>
            <pc:sldMk cId="3334151547" sldId="258"/>
            <ac:spMk id="20" creationId="{29239ADE-DA39-37FE-72C7-37DE77E18CCC}"/>
          </ac:spMkLst>
        </pc:spChg>
        <pc:spChg chg="del">
          <ac:chgData name="Bixler, Thomas M" userId="0be7fe11-7194-468c-9944-b6697f6da2cd" providerId="ADAL" clId="{88DC0E8E-AABA-4618-8C5F-A1D4F46C59D1}" dt="2026-10-12T19:26:11.437" v="4602" actId="478"/>
          <ac:spMkLst>
            <pc:docMk/>
            <pc:sldMk cId="3334151547" sldId="258"/>
            <ac:spMk id="21" creationId="{5A55669F-235F-E57C-668B-AE1591C3A747}"/>
          </ac:spMkLst>
        </pc:spChg>
        <pc:spChg chg="del">
          <ac:chgData name="Bixler, Thomas M" userId="0be7fe11-7194-468c-9944-b6697f6da2cd" providerId="ADAL" clId="{88DC0E8E-AABA-4618-8C5F-A1D4F46C59D1}" dt="2026-10-12T19:26:15.227" v="4604" actId="478"/>
          <ac:spMkLst>
            <pc:docMk/>
            <pc:sldMk cId="3334151547" sldId="258"/>
            <ac:spMk id="22" creationId="{BEBFEC2A-9FB1-112C-FB09-B872E305AFEA}"/>
          </ac:spMkLst>
        </pc:spChg>
        <pc:spChg chg="del">
          <ac:chgData name="Bixler, Thomas M" userId="0be7fe11-7194-468c-9944-b6697f6da2cd" providerId="ADAL" clId="{88DC0E8E-AABA-4618-8C5F-A1D4F46C59D1}" dt="2026-10-12T19:26:13.259" v="4603" actId="478"/>
          <ac:spMkLst>
            <pc:docMk/>
            <pc:sldMk cId="3334151547" sldId="258"/>
            <ac:spMk id="23" creationId="{6290A08C-D799-69ED-2B36-67D3F4B90ACE}"/>
          </ac:spMkLst>
        </pc:spChg>
        <pc:spChg chg="del">
          <ac:chgData name="Bixler, Thomas M" userId="0be7fe11-7194-468c-9944-b6697f6da2cd" providerId="ADAL" clId="{88DC0E8E-AABA-4618-8C5F-A1D4F46C59D1}" dt="2026-10-12T19:26:16.953" v="4605" actId="478"/>
          <ac:spMkLst>
            <pc:docMk/>
            <pc:sldMk cId="3334151547" sldId="258"/>
            <ac:spMk id="24" creationId="{E3D6703E-9502-0C15-4E7E-0D54AF008932}"/>
          </ac:spMkLst>
        </pc:spChg>
      </pc:sldChg>
      <pc:sldChg chg="addSp delSp modSp mod modNotesTx">
        <pc:chgData name="Bixler, Thomas M" userId="0be7fe11-7194-468c-9944-b6697f6da2cd" providerId="ADAL" clId="{88DC0E8E-AABA-4618-8C5F-A1D4F46C59D1}" dt="2026-10-12T21:22:56.226" v="11007" actId="20577"/>
        <pc:sldMkLst>
          <pc:docMk/>
          <pc:sldMk cId="2438932041" sldId="259"/>
        </pc:sldMkLst>
        <pc:spChg chg="mod">
          <ac:chgData name="Bixler, Thomas M" userId="0be7fe11-7194-468c-9944-b6697f6da2cd" providerId="ADAL" clId="{88DC0E8E-AABA-4618-8C5F-A1D4F46C59D1}" dt="2026-10-12T20:02:56.531" v="5701" actId="27636"/>
          <ac:spMkLst>
            <pc:docMk/>
            <pc:sldMk cId="2438932041" sldId="259"/>
            <ac:spMk id="2" creationId="{63B86E31-685D-9D32-7FA8-CE3452A5A258}"/>
          </ac:spMkLst>
        </pc:spChg>
        <pc:spChg chg="del">
          <ac:chgData name="Bixler, Thomas M" userId="0be7fe11-7194-468c-9944-b6697f6da2cd" providerId="ADAL" clId="{88DC0E8E-AABA-4618-8C5F-A1D4F46C59D1}" dt="2026-10-12T18:40:09.974" v="3705" actId="478"/>
          <ac:spMkLst>
            <pc:docMk/>
            <pc:sldMk cId="2438932041" sldId="259"/>
            <ac:spMk id="5" creationId="{DE52893A-C1C4-EEA8-B94E-C322B65B7829}"/>
          </ac:spMkLst>
        </pc:spChg>
        <pc:spChg chg="del mod">
          <ac:chgData name="Bixler, Thomas M" userId="0be7fe11-7194-468c-9944-b6697f6da2cd" providerId="ADAL" clId="{88DC0E8E-AABA-4618-8C5F-A1D4F46C59D1}" dt="2026-10-12T18:40:12.620" v="3707" actId="478"/>
          <ac:spMkLst>
            <pc:docMk/>
            <pc:sldMk cId="2438932041" sldId="259"/>
            <ac:spMk id="6" creationId="{FFE53A4E-1E44-67C7-4E7B-52751F17BACB}"/>
          </ac:spMkLst>
        </pc:spChg>
        <pc:spChg chg="del">
          <ac:chgData name="Bixler, Thomas M" userId="0be7fe11-7194-468c-9944-b6697f6da2cd" providerId="ADAL" clId="{88DC0E8E-AABA-4618-8C5F-A1D4F46C59D1}" dt="2026-10-12T18:40:07.776" v="3704" actId="478"/>
          <ac:spMkLst>
            <pc:docMk/>
            <pc:sldMk cId="2438932041" sldId="259"/>
            <ac:spMk id="7" creationId="{8980EF10-9C71-16E8-7536-8C69777EBFC0}"/>
          </ac:spMkLst>
        </pc:spChg>
        <pc:spChg chg="del mod">
          <ac:chgData name="Bixler, Thomas M" userId="0be7fe11-7194-468c-9944-b6697f6da2cd" providerId="ADAL" clId="{88DC0E8E-AABA-4618-8C5F-A1D4F46C59D1}" dt="2026-10-12T18:40:04.736" v="3703" actId="478"/>
          <ac:spMkLst>
            <pc:docMk/>
            <pc:sldMk cId="2438932041" sldId="259"/>
            <ac:spMk id="9" creationId="{6BE34241-5D92-F396-F61F-EAC930912086}"/>
          </ac:spMkLst>
        </pc:spChg>
        <pc:spChg chg="del">
          <ac:chgData name="Bixler, Thomas M" userId="0be7fe11-7194-468c-9944-b6697f6da2cd" providerId="ADAL" clId="{88DC0E8E-AABA-4618-8C5F-A1D4F46C59D1}" dt="2026-10-12T19:06:48.348" v="4267" actId="478"/>
          <ac:spMkLst>
            <pc:docMk/>
            <pc:sldMk cId="2438932041" sldId="259"/>
            <ac:spMk id="10" creationId="{AF3778DF-08FF-4073-3953-3C749DB1CC0F}"/>
          </ac:spMkLst>
        </pc:spChg>
        <pc:spChg chg="del">
          <ac:chgData name="Bixler, Thomas M" userId="0be7fe11-7194-468c-9944-b6697f6da2cd" providerId="ADAL" clId="{88DC0E8E-AABA-4618-8C5F-A1D4F46C59D1}" dt="2026-10-12T19:06:54.753" v="4269" actId="478"/>
          <ac:spMkLst>
            <pc:docMk/>
            <pc:sldMk cId="2438932041" sldId="259"/>
            <ac:spMk id="11" creationId="{7C9A0CB4-BC33-45B5-781F-9E2555963AB6}"/>
          </ac:spMkLst>
        </pc:spChg>
        <pc:spChg chg="del">
          <ac:chgData name="Bixler, Thomas M" userId="0be7fe11-7194-468c-9944-b6697f6da2cd" providerId="ADAL" clId="{88DC0E8E-AABA-4618-8C5F-A1D4F46C59D1}" dt="2026-10-12T19:06:51.393" v="4268" actId="478"/>
          <ac:spMkLst>
            <pc:docMk/>
            <pc:sldMk cId="2438932041" sldId="259"/>
            <ac:spMk id="15" creationId="{39CC3482-B7B9-ABE1-A704-916F0BB2FAAE}"/>
          </ac:spMkLst>
        </pc:spChg>
        <pc:spChg chg="del mod">
          <ac:chgData name="Bixler, Thomas M" userId="0be7fe11-7194-468c-9944-b6697f6da2cd" providerId="ADAL" clId="{88DC0E8E-AABA-4618-8C5F-A1D4F46C59D1}" dt="2026-10-12T19:56:54.700" v="5524" actId="478"/>
          <ac:spMkLst>
            <pc:docMk/>
            <pc:sldMk cId="2438932041" sldId="259"/>
            <ac:spMk id="16" creationId="{0AAD94BD-DAA1-0061-DF54-1A17D11D989F}"/>
          </ac:spMkLst>
        </pc:spChg>
        <pc:spChg chg="del">
          <ac:chgData name="Bixler, Thomas M" userId="0be7fe11-7194-468c-9944-b6697f6da2cd" providerId="ADAL" clId="{88DC0E8E-AABA-4618-8C5F-A1D4F46C59D1}" dt="2026-10-12T19:07:07.711" v="4270" actId="478"/>
          <ac:spMkLst>
            <pc:docMk/>
            <pc:sldMk cId="2438932041" sldId="259"/>
            <ac:spMk id="18" creationId="{994DAA54-017B-C4CF-E604-2046A3FB2CB9}"/>
          </ac:spMkLst>
        </pc:spChg>
        <pc:spChg chg="add mod">
          <ac:chgData name="Bixler, Thomas M" userId="0be7fe11-7194-468c-9944-b6697f6da2cd" providerId="ADAL" clId="{88DC0E8E-AABA-4618-8C5F-A1D4F46C59D1}" dt="2026-10-12T20:01:19.318" v="5638" actId="1076"/>
          <ac:spMkLst>
            <pc:docMk/>
            <pc:sldMk cId="2438932041" sldId="259"/>
            <ac:spMk id="19" creationId="{8AB25CF4-B785-6E80-FD26-89D771717463}"/>
          </ac:spMkLst>
        </pc:spChg>
        <pc:spChg chg="add del mod">
          <ac:chgData name="Bixler, Thomas M" userId="0be7fe11-7194-468c-9944-b6697f6da2cd" providerId="ADAL" clId="{88DC0E8E-AABA-4618-8C5F-A1D4F46C59D1}" dt="2026-10-12T19:08:02.230" v="4278"/>
          <ac:spMkLst>
            <pc:docMk/>
            <pc:sldMk cId="2438932041" sldId="259"/>
            <ac:spMk id="20" creationId="{FC222460-44EE-BA92-15AA-8595BFF28663}"/>
          </ac:spMkLst>
        </pc:spChg>
        <pc:spChg chg="add mod">
          <ac:chgData name="Bixler, Thomas M" userId="0be7fe11-7194-468c-9944-b6697f6da2cd" providerId="ADAL" clId="{88DC0E8E-AABA-4618-8C5F-A1D4F46C59D1}" dt="2026-10-12T20:45:03.898" v="7613" actId="20577"/>
          <ac:spMkLst>
            <pc:docMk/>
            <pc:sldMk cId="2438932041" sldId="259"/>
            <ac:spMk id="21" creationId="{DB3B1070-C383-5C35-5908-E380F3E474B2}"/>
          </ac:spMkLst>
        </pc:spChg>
        <pc:spChg chg="add del mod">
          <ac:chgData name="Bixler, Thomas M" userId="0be7fe11-7194-468c-9944-b6697f6da2cd" providerId="ADAL" clId="{88DC0E8E-AABA-4618-8C5F-A1D4F46C59D1}" dt="2026-10-12T19:08:18.386" v="4285" actId="22"/>
          <ac:spMkLst>
            <pc:docMk/>
            <pc:sldMk cId="2438932041" sldId="259"/>
            <ac:spMk id="23" creationId="{11B704A4-3A27-CD7D-72E4-839F93A8737C}"/>
          </ac:spMkLst>
        </pc:spChg>
        <pc:spChg chg="add del">
          <ac:chgData name="Bixler, Thomas M" userId="0be7fe11-7194-468c-9944-b6697f6da2cd" providerId="ADAL" clId="{88DC0E8E-AABA-4618-8C5F-A1D4F46C59D1}" dt="2026-10-12T19:09:43.577" v="4390" actId="478"/>
          <ac:spMkLst>
            <pc:docMk/>
            <pc:sldMk cId="2438932041" sldId="259"/>
            <ac:spMk id="25" creationId="{A9D30904-865C-3883-D032-0E82CA057C44}"/>
          </ac:spMkLst>
        </pc:spChg>
        <pc:spChg chg="add mod">
          <ac:chgData name="Bixler, Thomas M" userId="0be7fe11-7194-468c-9944-b6697f6da2cd" providerId="ADAL" clId="{88DC0E8E-AABA-4618-8C5F-A1D4F46C59D1}" dt="2026-10-12T20:01:28.562" v="5662" actId="1035"/>
          <ac:spMkLst>
            <pc:docMk/>
            <pc:sldMk cId="2438932041" sldId="259"/>
            <ac:spMk id="27" creationId="{088BC9E1-2EE5-5181-5E7B-DA83B54D31F8}"/>
          </ac:spMkLst>
        </pc:spChg>
        <pc:spChg chg="add mod">
          <ac:chgData name="Bixler, Thomas M" userId="0be7fe11-7194-468c-9944-b6697f6da2cd" providerId="ADAL" clId="{88DC0E8E-AABA-4618-8C5F-A1D4F46C59D1}" dt="2026-10-12T20:01:38.296" v="5692" actId="1035"/>
          <ac:spMkLst>
            <pc:docMk/>
            <pc:sldMk cId="2438932041" sldId="259"/>
            <ac:spMk id="29" creationId="{BF79C9F5-DF14-082D-D729-D30AE58338E7}"/>
          </ac:spMkLst>
        </pc:spChg>
        <pc:spChg chg="add mod">
          <ac:chgData name="Bixler, Thomas M" userId="0be7fe11-7194-468c-9944-b6697f6da2cd" providerId="ADAL" clId="{88DC0E8E-AABA-4618-8C5F-A1D4F46C59D1}" dt="2026-10-12T19:59:41.484" v="5574" actId="1076"/>
          <ac:spMkLst>
            <pc:docMk/>
            <pc:sldMk cId="2438932041" sldId="259"/>
            <ac:spMk id="31" creationId="{7FBB38E5-45DD-B695-19DD-D74C6CD5F494}"/>
          </ac:spMkLst>
        </pc:spChg>
        <pc:spChg chg="add del mod">
          <ac:chgData name="Bixler, Thomas M" userId="0be7fe11-7194-468c-9944-b6697f6da2cd" providerId="ADAL" clId="{88DC0E8E-AABA-4618-8C5F-A1D4F46C59D1}" dt="2026-10-12T19:57:04.320" v="5528" actId="478"/>
          <ac:spMkLst>
            <pc:docMk/>
            <pc:sldMk cId="2438932041" sldId="259"/>
            <ac:spMk id="33" creationId="{B0DDA850-307E-9D89-8923-D854DD6B4876}"/>
          </ac:spMkLst>
        </pc:spChg>
        <pc:spChg chg="add del">
          <ac:chgData name="Bixler, Thomas M" userId="0be7fe11-7194-468c-9944-b6697f6da2cd" providerId="ADAL" clId="{88DC0E8E-AABA-4618-8C5F-A1D4F46C59D1}" dt="2026-10-12T19:57:58.553" v="5556" actId="478"/>
          <ac:spMkLst>
            <pc:docMk/>
            <pc:sldMk cId="2438932041" sldId="259"/>
            <ac:spMk id="35" creationId="{EE859F7E-8246-4053-2BB0-159B6B574FCD}"/>
          </ac:spMkLst>
        </pc:spChg>
        <pc:spChg chg="add mod">
          <ac:chgData name="Bixler, Thomas M" userId="0be7fe11-7194-468c-9944-b6697f6da2cd" providerId="ADAL" clId="{88DC0E8E-AABA-4618-8C5F-A1D4F46C59D1}" dt="2026-10-12T20:01:01.087" v="5637" actId="20577"/>
          <ac:spMkLst>
            <pc:docMk/>
            <pc:sldMk cId="2438932041" sldId="259"/>
            <ac:spMk id="37" creationId="{8525407C-94A0-0535-51D3-71E7E43D9BCA}"/>
          </ac:spMkLst>
        </pc:spChg>
        <pc:spChg chg="add mod">
          <ac:chgData name="Bixler, Thomas M" userId="0be7fe11-7194-468c-9944-b6697f6da2cd" providerId="ADAL" clId="{88DC0E8E-AABA-4618-8C5F-A1D4F46C59D1}" dt="2026-10-12T21:19:28.267" v="10487" actId="1076"/>
          <ac:spMkLst>
            <pc:docMk/>
            <pc:sldMk cId="2438932041" sldId="259"/>
            <ac:spMk id="38" creationId="{82C98549-B622-5FA8-0790-B69C7A113F2F}"/>
          </ac:spMkLst>
        </pc:spChg>
        <pc:graphicFrameChg chg="mod modGraphic">
          <ac:chgData name="Bixler, Thomas M" userId="0be7fe11-7194-468c-9944-b6697f6da2cd" providerId="ADAL" clId="{88DC0E8E-AABA-4618-8C5F-A1D4F46C59D1}" dt="2026-10-12T21:19:44.490" v="10500" actId="20577"/>
          <ac:graphicFrameMkLst>
            <pc:docMk/>
            <pc:sldMk cId="2438932041" sldId="259"/>
            <ac:graphicFrameMk id="4" creationId="{FAFA6D02-1500-2CA4-F8AE-39998BEDB396}"/>
          </ac:graphicFrameMkLst>
        </pc:graphicFrameChg>
      </pc:sldChg>
      <pc:sldChg chg="delSp modSp new del mod">
        <pc:chgData name="Bixler, Thomas M" userId="0be7fe11-7194-468c-9944-b6697f6da2cd" providerId="ADAL" clId="{88DC0E8E-AABA-4618-8C5F-A1D4F46C59D1}" dt="2026-10-12T20:04:59.639" v="5711" actId="2696"/>
        <pc:sldMkLst>
          <pc:docMk/>
          <pc:sldMk cId="1869663049" sldId="260"/>
        </pc:sldMkLst>
        <pc:spChg chg="del">
          <ac:chgData name="Bixler, Thomas M" userId="0be7fe11-7194-468c-9944-b6697f6da2cd" providerId="ADAL" clId="{88DC0E8E-AABA-4618-8C5F-A1D4F46C59D1}" dt="2026-10-12T18:46:55.558" v="3872" actId="478"/>
          <ac:spMkLst>
            <pc:docMk/>
            <pc:sldMk cId="1869663049" sldId="260"/>
            <ac:spMk id="3" creationId="{A2E02782-B332-58F4-D8DA-2E3D4301C86A}"/>
          </ac:spMkLst>
        </pc:spChg>
        <pc:spChg chg="del mod">
          <ac:chgData name="Bixler, Thomas M" userId="0be7fe11-7194-468c-9944-b6697f6da2cd" providerId="ADAL" clId="{88DC0E8E-AABA-4618-8C5F-A1D4F46C59D1}" dt="2026-10-12T18:46:58.846" v="3874" actId="478"/>
          <ac:spMkLst>
            <pc:docMk/>
            <pc:sldMk cId="1869663049" sldId="260"/>
            <ac:spMk id="7" creationId="{FC988BC9-C994-905F-E151-D9BF222DF8CC}"/>
          </ac:spMkLst>
        </pc:spChg>
        <pc:spChg chg="del mod">
          <ac:chgData name="Bixler, Thomas M" userId="0be7fe11-7194-468c-9944-b6697f6da2cd" providerId="ADAL" clId="{88DC0E8E-AABA-4618-8C5F-A1D4F46C59D1}" dt="2026-10-12T18:47:09.263" v="3880" actId="478"/>
          <ac:spMkLst>
            <pc:docMk/>
            <pc:sldMk cId="1869663049" sldId="260"/>
            <ac:spMk id="11" creationId="{4E2C99F0-342D-C1D9-304B-20D209DD06DD}"/>
          </ac:spMkLst>
        </pc:spChg>
        <pc:spChg chg="del">
          <ac:chgData name="Bixler, Thomas M" userId="0be7fe11-7194-468c-9944-b6697f6da2cd" providerId="ADAL" clId="{88DC0E8E-AABA-4618-8C5F-A1D4F46C59D1}" dt="2026-10-12T18:47:01.294" v="3875" actId="478"/>
          <ac:spMkLst>
            <pc:docMk/>
            <pc:sldMk cId="1869663049" sldId="260"/>
            <ac:spMk id="13" creationId="{FAD1A412-096D-CF8F-43AD-CF7A8CA8BC0C}"/>
          </ac:spMkLst>
        </pc:spChg>
      </pc:sldChg>
      <pc:sldChg chg="addSp delSp modSp new mod modTransition modNotesTx">
        <pc:chgData name="Bixler, Thomas M" userId="0be7fe11-7194-468c-9944-b6697f6da2cd" providerId="ADAL" clId="{88DC0E8E-AABA-4618-8C5F-A1D4F46C59D1}" dt="2026-10-13T16:46:30.531" v="13702" actId="20577"/>
        <pc:sldMkLst>
          <pc:docMk/>
          <pc:sldMk cId="3547153506" sldId="261"/>
        </pc:sldMkLst>
        <pc:spChg chg="mod">
          <ac:chgData name="Bixler, Thomas M" userId="0be7fe11-7194-468c-9944-b6697f6da2cd" providerId="ADAL" clId="{88DC0E8E-AABA-4618-8C5F-A1D4F46C59D1}" dt="2026-10-12T15:15:34.973" v="297" actId="1076"/>
          <ac:spMkLst>
            <pc:docMk/>
            <pc:sldMk cId="3547153506" sldId="261"/>
            <ac:spMk id="2" creationId="{47CC8CFE-9436-E0B8-C4E6-1BE53F5A6C74}"/>
          </ac:spMkLst>
        </pc:spChg>
        <pc:spChg chg="add del mod">
          <ac:chgData name="Bixler, Thomas M" userId="0be7fe11-7194-468c-9944-b6697f6da2cd" providerId="ADAL" clId="{88DC0E8E-AABA-4618-8C5F-A1D4F46C59D1}" dt="2026-10-12T15:16:19.352" v="302"/>
          <ac:spMkLst>
            <pc:docMk/>
            <pc:sldMk cId="3547153506" sldId="261"/>
            <ac:spMk id="3" creationId="{57B79E0F-E619-E7F3-C694-65E99307579E}"/>
          </ac:spMkLst>
        </pc:spChg>
        <pc:spChg chg="add del mod">
          <ac:chgData name="Bixler, Thomas M" userId="0be7fe11-7194-468c-9944-b6697f6da2cd" providerId="ADAL" clId="{88DC0E8E-AABA-4618-8C5F-A1D4F46C59D1}" dt="2026-10-12T15:16:37.604" v="305"/>
          <ac:spMkLst>
            <pc:docMk/>
            <pc:sldMk cId="3547153506" sldId="261"/>
            <ac:spMk id="4" creationId="{8495D27E-0971-DF40-7D0E-30C95D9D348A}"/>
          </ac:spMkLst>
        </pc:spChg>
        <pc:spChg chg="add del mod">
          <ac:chgData name="Bixler, Thomas M" userId="0be7fe11-7194-468c-9944-b6697f6da2cd" providerId="ADAL" clId="{88DC0E8E-AABA-4618-8C5F-A1D4F46C59D1}" dt="2026-10-12T15:16:40.415" v="308"/>
          <ac:spMkLst>
            <pc:docMk/>
            <pc:sldMk cId="3547153506" sldId="261"/>
            <ac:spMk id="5" creationId="{1CD74292-D2AC-EF3F-E78F-230801FB6ABC}"/>
          </ac:spMkLst>
        </pc:spChg>
        <pc:spChg chg="add del mod">
          <ac:chgData name="Bixler, Thomas M" userId="0be7fe11-7194-468c-9944-b6697f6da2cd" providerId="ADAL" clId="{88DC0E8E-AABA-4618-8C5F-A1D4F46C59D1}" dt="2026-10-12T15:16:41.520" v="311"/>
          <ac:spMkLst>
            <pc:docMk/>
            <pc:sldMk cId="3547153506" sldId="261"/>
            <ac:spMk id="6" creationId="{3D84791B-12E3-A19A-689C-4F379D712790}"/>
          </ac:spMkLst>
        </pc:spChg>
        <pc:spChg chg="add del mod">
          <ac:chgData name="Bixler, Thomas M" userId="0be7fe11-7194-468c-9944-b6697f6da2cd" providerId="ADAL" clId="{88DC0E8E-AABA-4618-8C5F-A1D4F46C59D1}" dt="2026-10-12T15:16:44.551" v="314"/>
          <ac:spMkLst>
            <pc:docMk/>
            <pc:sldMk cId="3547153506" sldId="261"/>
            <ac:spMk id="7" creationId="{D7172A59-6C4E-B8F7-B6C1-F8D8229F0AF9}"/>
          </ac:spMkLst>
        </pc:spChg>
        <pc:spChg chg="add del mod">
          <ac:chgData name="Bixler, Thomas M" userId="0be7fe11-7194-468c-9944-b6697f6da2cd" providerId="ADAL" clId="{88DC0E8E-AABA-4618-8C5F-A1D4F46C59D1}" dt="2026-10-12T15:17:02.428" v="318"/>
          <ac:spMkLst>
            <pc:docMk/>
            <pc:sldMk cId="3547153506" sldId="261"/>
            <ac:spMk id="8" creationId="{3B19ECD8-6B23-DA28-BE09-E9533067B746}"/>
          </ac:spMkLst>
        </pc:spChg>
        <pc:spChg chg="add mod">
          <ac:chgData name="Bixler, Thomas M" userId="0be7fe11-7194-468c-9944-b6697f6da2cd" providerId="ADAL" clId="{88DC0E8E-AABA-4618-8C5F-A1D4F46C59D1}" dt="2026-10-13T16:46:30.531" v="13702" actId="20577"/>
          <ac:spMkLst>
            <pc:docMk/>
            <pc:sldMk cId="3547153506" sldId="261"/>
            <ac:spMk id="9" creationId="{0A65DA8F-DEDB-9299-CCDF-10069A9C56BA}"/>
          </ac:spMkLst>
        </pc:spChg>
        <pc:spChg chg="add del mod">
          <ac:chgData name="Bixler, Thomas M" userId="0be7fe11-7194-468c-9944-b6697f6da2cd" providerId="ADAL" clId="{88DC0E8E-AABA-4618-8C5F-A1D4F46C59D1}" dt="2026-10-12T18:02:57.263" v="2996"/>
          <ac:spMkLst>
            <pc:docMk/>
            <pc:sldMk cId="3547153506" sldId="261"/>
            <ac:spMk id="10" creationId="{ABEA9559-372E-49A7-512B-343F828B10FC}"/>
          </ac:spMkLst>
        </pc:spChg>
        <pc:picChg chg="add del mod">
          <ac:chgData name="Bixler, Thomas M" userId="0be7fe11-7194-468c-9944-b6697f6da2cd" providerId="ADAL" clId="{88DC0E8E-AABA-4618-8C5F-A1D4F46C59D1}" dt="2026-10-12T20:08:51.954" v="5719" actId="478"/>
          <ac:picMkLst>
            <pc:docMk/>
            <pc:sldMk cId="3547153506" sldId="261"/>
            <ac:picMk id="12" creationId="{44A1F8F6-E818-6502-A07A-B75E0EF7E5F0}"/>
          </ac:picMkLst>
        </pc:picChg>
      </pc:sldChg>
      <pc:sldChg chg="addSp delSp modSp add mod ord modTransition">
        <pc:chgData name="Bixler, Thomas M" userId="0be7fe11-7194-468c-9944-b6697f6da2cd" providerId="ADAL" clId="{88DC0E8E-AABA-4618-8C5F-A1D4F46C59D1}" dt="2026-10-12T20:54:03.176" v="8724"/>
        <pc:sldMkLst>
          <pc:docMk/>
          <pc:sldMk cId="1460104210" sldId="262"/>
        </pc:sldMkLst>
        <pc:spChg chg="add mod">
          <ac:chgData name="Bixler, Thomas M" userId="0be7fe11-7194-468c-9944-b6697f6da2cd" providerId="ADAL" clId="{88DC0E8E-AABA-4618-8C5F-A1D4F46C59D1}" dt="2026-10-06T20:39:28.684" v="135" actId="478"/>
          <ac:spMkLst>
            <pc:docMk/>
            <pc:sldMk cId="1460104210" sldId="262"/>
            <ac:spMk id="4" creationId="{06740C98-0B8F-21C4-51D0-FA444E981984}"/>
          </ac:spMkLst>
        </pc:spChg>
      </pc:sldChg>
      <pc:sldChg chg="delSp new mod modTransition modNotesTx">
        <pc:chgData name="Bixler, Thomas M" userId="0be7fe11-7194-468c-9944-b6697f6da2cd" providerId="ADAL" clId="{88DC0E8E-AABA-4618-8C5F-A1D4F46C59D1}" dt="2026-10-12T20:54:08.156" v="8726"/>
        <pc:sldMkLst>
          <pc:docMk/>
          <pc:sldMk cId="3815677945" sldId="263"/>
        </pc:sldMkLst>
      </pc:sldChg>
      <pc:sldChg chg="addSp delSp modSp new mod modTransition">
        <pc:chgData name="Bixler, Thomas M" userId="0be7fe11-7194-468c-9944-b6697f6da2cd" providerId="ADAL" clId="{88DC0E8E-AABA-4618-8C5F-A1D4F46C59D1}" dt="2026-10-12T22:09:26.491" v="13621" actId="14100"/>
        <pc:sldMkLst>
          <pc:docMk/>
          <pc:sldMk cId="2511406234" sldId="264"/>
        </pc:sldMkLst>
        <pc:spChg chg="mod">
          <ac:chgData name="Bixler, Thomas M" userId="0be7fe11-7194-468c-9944-b6697f6da2cd" providerId="ADAL" clId="{88DC0E8E-AABA-4618-8C5F-A1D4F46C59D1}" dt="2026-10-12T22:06:32.427" v="13376" actId="122"/>
          <ac:spMkLst>
            <pc:docMk/>
            <pc:sldMk cId="2511406234" sldId="264"/>
            <ac:spMk id="2" creationId="{3CE11FA9-8795-5829-6712-3299F8DC7A0C}"/>
          </ac:spMkLst>
        </pc:spChg>
        <pc:spChg chg="add mod">
          <ac:chgData name="Bixler, Thomas M" userId="0be7fe11-7194-468c-9944-b6697f6da2cd" providerId="ADAL" clId="{88DC0E8E-AABA-4618-8C5F-A1D4F46C59D1}" dt="2026-10-12T22:09:26.491" v="13621" actId="14100"/>
          <ac:spMkLst>
            <pc:docMk/>
            <pc:sldMk cId="2511406234" sldId="264"/>
            <ac:spMk id="3" creationId="{6C765491-69B1-AAF4-B69D-676F105E88BC}"/>
          </ac:spMkLst>
        </pc:spChg>
      </pc:sldChg>
      <pc:sldChg chg="delSp new mod modTransition">
        <pc:chgData name="Bixler, Thomas M" userId="0be7fe11-7194-468c-9944-b6697f6da2cd" providerId="ADAL" clId="{88DC0E8E-AABA-4618-8C5F-A1D4F46C59D1}" dt="2026-10-12T20:54:05.230" v="8725"/>
        <pc:sldMkLst>
          <pc:docMk/>
          <pc:sldMk cId="3174486032" sldId="265"/>
        </pc:sldMkLst>
      </pc:sldChg>
      <pc:sldChg chg="addSp modSp new mod modTransition modNotesTx">
        <pc:chgData name="Bixler, Thomas M" userId="0be7fe11-7194-468c-9944-b6697f6da2cd" providerId="ADAL" clId="{88DC0E8E-AABA-4618-8C5F-A1D4F46C59D1}" dt="2026-10-12T21:24:13.006" v="11139" actId="20577"/>
        <pc:sldMkLst>
          <pc:docMk/>
          <pc:sldMk cId="2266485588" sldId="266"/>
        </pc:sldMkLst>
        <pc:spChg chg="mod">
          <ac:chgData name="Bixler, Thomas M" userId="0be7fe11-7194-468c-9944-b6697f6da2cd" providerId="ADAL" clId="{88DC0E8E-AABA-4618-8C5F-A1D4F46C59D1}" dt="2026-10-12T15:44:54.146" v="1335" actId="1076"/>
          <ac:spMkLst>
            <pc:docMk/>
            <pc:sldMk cId="2266485588" sldId="266"/>
            <ac:spMk id="2" creationId="{CB317107-AC62-4B2A-338A-916D176D69CA}"/>
          </ac:spMkLst>
        </pc:spChg>
        <pc:spChg chg="mod">
          <ac:chgData name="Bixler, Thomas M" userId="0be7fe11-7194-468c-9944-b6697f6da2cd" providerId="ADAL" clId="{88DC0E8E-AABA-4618-8C5F-A1D4F46C59D1}" dt="2026-10-12T21:23:20.776" v="11020" actId="20577"/>
          <ac:spMkLst>
            <pc:docMk/>
            <pc:sldMk cId="2266485588" sldId="266"/>
            <ac:spMk id="3" creationId="{79EF031D-E2F9-5C48-7BF2-4EA6EF1E55E7}"/>
          </ac:spMkLst>
        </pc:spChg>
        <pc:spChg chg="add mod">
          <ac:chgData name="Bixler, Thomas M" userId="0be7fe11-7194-468c-9944-b6697f6da2cd" providerId="ADAL" clId="{88DC0E8E-AABA-4618-8C5F-A1D4F46C59D1}" dt="2026-10-12T18:17:29.276" v="3118" actId="20577"/>
          <ac:spMkLst>
            <pc:docMk/>
            <pc:sldMk cId="2266485588" sldId="266"/>
            <ac:spMk id="6" creationId="{132B2782-F708-1805-6770-E5F29747BC8D}"/>
          </ac:spMkLst>
        </pc:spChg>
        <pc:spChg chg="add mod">
          <ac:chgData name="Bixler, Thomas M" userId="0be7fe11-7194-468c-9944-b6697f6da2cd" providerId="ADAL" clId="{88DC0E8E-AABA-4618-8C5F-A1D4F46C59D1}" dt="2026-10-12T21:20:01.222" v="10501" actId="255"/>
          <ac:spMkLst>
            <pc:docMk/>
            <pc:sldMk cId="2266485588" sldId="266"/>
            <ac:spMk id="7" creationId="{A9FF67D2-BCEC-3686-FF08-D56E946EF322}"/>
          </ac:spMkLst>
        </pc:spChg>
        <pc:picChg chg="add mod">
          <ac:chgData name="Bixler, Thomas M" userId="0be7fe11-7194-468c-9944-b6697f6da2cd" providerId="ADAL" clId="{88DC0E8E-AABA-4618-8C5F-A1D4F46C59D1}" dt="2026-10-12T18:16:38.941" v="3005" actId="1076"/>
          <ac:picMkLst>
            <pc:docMk/>
            <pc:sldMk cId="2266485588" sldId="266"/>
            <ac:picMk id="5" creationId="{08A4CD0D-5ABC-9BAE-866A-E30CAA0B6ADE}"/>
          </ac:picMkLst>
        </pc:picChg>
      </pc:sldChg>
      <pc:sldChg chg="addSp delSp modSp new mod modNotesTx">
        <pc:chgData name="Bixler, Thomas M" userId="0be7fe11-7194-468c-9944-b6697f6da2cd" providerId="ADAL" clId="{88DC0E8E-AABA-4618-8C5F-A1D4F46C59D1}" dt="2026-10-12T22:01:25.832" v="13368" actId="20577"/>
        <pc:sldMkLst>
          <pc:docMk/>
          <pc:sldMk cId="500603592" sldId="267"/>
        </pc:sldMkLst>
        <pc:spChg chg="del">
          <ac:chgData name="Bixler, Thomas M" userId="0be7fe11-7194-468c-9944-b6697f6da2cd" providerId="ADAL" clId="{88DC0E8E-AABA-4618-8C5F-A1D4F46C59D1}" dt="2026-10-12T21:30:48.849" v="11878" actId="478"/>
          <ac:spMkLst>
            <pc:docMk/>
            <pc:sldMk cId="500603592" sldId="267"/>
            <ac:spMk id="2" creationId="{B5D97F2E-C28D-2075-C534-E8D3BD929515}"/>
          </ac:spMkLst>
        </pc:spChg>
        <pc:spChg chg="del">
          <ac:chgData name="Bixler, Thomas M" userId="0be7fe11-7194-468c-9944-b6697f6da2cd" providerId="ADAL" clId="{88DC0E8E-AABA-4618-8C5F-A1D4F46C59D1}" dt="2026-10-12T21:30:50.354" v="11879" actId="478"/>
          <ac:spMkLst>
            <pc:docMk/>
            <pc:sldMk cId="500603592" sldId="267"/>
            <ac:spMk id="3" creationId="{605E91AE-9A9B-847C-5E62-7001E5F2F317}"/>
          </ac:spMkLst>
        </pc:spChg>
        <pc:spChg chg="add del mod">
          <ac:chgData name="Bixler, Thomas M" userId="0be7fe11-7194-468c-9944-b6697f6da2cd" providerId="ADAL" clId="{88DC0E8E-AABA-4618-8C5F-A1D4F46C59D1}" dt="2026-10-12T21:33:22.178" v="11882"/>
          <ac:spMkLst>
            <pc:docMk/>
            <pc:sldMk cId="500603592" sldId="267"/>
            <ac:spMk id="4" creationId="{58DEDAC7-DD45-0D4D-4DE3-82A1B14C9364}"/>
          </ac:spMkLst>
        </pc:spChg>
        <pc:spChg chg="add mod">
          <ac:chgData name="Bixler, Thomas M" userId="0be7fe11-7194-468c-9944-b6697f6da2cd" providerId="ADAL" clId="{88DC0E8E-AABA-4618-8C5F-A1D4F46C59D1}" dt="2026-10-12T21:47:18.413" v="11927" actId="1076"/>
          <ac:spMkLst>
            <pc:docMk/>
            <pc:sldMk cId="500603592" sldId="267"/>
            <ac:spMk id="6" creationId="{C7608A88-9803-5DF5-9B1D-303C3EEEA6FD}"/>
          </ac:spMkLst>
        </pc:spChg>
        <pc:spChg chg="add del mod">
          <ac:chgData name="Bixler, Thomas M" userId="0be7fe11-7194-468c-9944-b6697f6da2cd" providerId="ADAL" clId="{88DC0E8E-AABA-4618-8C5F-A1D4F46C59D1}" dt="2026-10-12T21:47:14.300" v="11926"/>
          <ac:spMkLst>
            <pc:docMk/>
            <pc:sldMk cId="500603592" sldId="267"/>
            <ac:spMk id="7" creationId="{6A36D9A3-19FF-534C-9E1E-7A2E95AEBBAC}"/>
          </ac:spMkLst>
        </pc:spChg>
        <pc:spChg chg="add mod">
          <ac:chgData name="Bixler, Thomas M" userId="0be7fe11-7194-468c-9944-b6697f6da2cd" providerId="ADAL" clId="{88DC0E8E-AABA-4618-8C5F-A1D4F46C59D1}" dt="2026-10-12T21:57:18.519" v="12828" actId="1076"/>
          <ac:spMkLst>
            <pc:docMk/>
            <pc:sldMk cId="500603592" sldId="267"/>
            <ac:spMk id="8" creationId="{EB00C329-C7DE-B292-4933-8C8D6B378670}"/>
          </ac:spMkLst>
        </pc:spChg>
      </pc:sldChg>
      <pc:sldChg chg="addSp delSp modSp new del mod">
        <pc:chgData name="Bixler, Thomas M" userId="0be7fe11-7194-468c-9944-b6697f6da2cd" providerId="ADAL" clId="{88DC0E8E-AABA-4618-8C5F-A1D4F46C59D1}" dt="2026-10-12T19:54:40.112" v="5465"/>
        <pc:sldMkLst>
          <pc:docMk/>
          <pc:sldMk cId="639603147" sldId="267"/>
        </pc:sldMkLst>
        <pc:spChg chg="del mod">
          <ac:chgData name="Bixler, Thomas M" userId="0be7fe11-7194-468c-9944-b6697f6da2cd" providerId="ADAL" clId="{88DC0E8E-AABA-4618-8C5F-A1D4F46C59D1}" dt="2026-10-12T19:53:46.756" v="5445" actId="478"/>
          <ac:spMkLst>
            <pc:docMk/>
            <pc:sldMk cId="639603147" sldId="267"/>
            <ac:spMk id="2" creationId="{409FD02B-E598-EB8E-71D6-A5D1464CC498}"/>
          </ac:spMkLst>
        </pc:spChg>
        <pc:spChg chg="del">
          <ac:chgData name="Bixler, Thomas M" userId="0be7fe11-7194-468c-9944-b6697f6da2cd" providerId="ADAL" clId="{88DC0E8E-AABA-4618-8C5F-A1D4F46C59D1}" dt="2026-10-12T19:53:51.004" v="5447" actId="478"/>
          <ac:spMkLst>
            <pc:docMk/>
            <pc:sldMk cId="639603147" sldId="267"/>
            <ac:spMk id="3" creationId="{3A61DDB6-555F-D20C-FF7C-9945D1672836}"/>
          </ac:spMkLst>
        </pc:spChg>
        <pc:spChg chg="add del mod">
          <ac:chgData name="Bixler, Thomas M" userId="0be7fe11-7194-468c-9944-b6697f6da2cd" providerId="ADAL" clId="{88DC0E8E-AABA-4618-8C5F-A1D4F46C59D1}" dt="2026-10-12T19:53:49.159" v="5446" actId="478"/>
          <ac:spMkLst>
            <pc:docMk/>
            <pc:sldMk cId="639603147" sldId="267"/>
            <ac:spMk id="5" creationId="{4E63CC15-3281-D264-AA33-79D8521B49D6}"/>
          </ac:spMkLst>
        </pc:spChg>
        <pc:spChg chg="add mod">
          <ac:chgData name="Bixler, Thomas M" userId="0be7fe11-7194-468c-9944-b6697f6da2cd" providerId="ADAL" clId="{88DC0E8E-AABA-4618-8C5F-A1D4F46C59D1}" dt="2026-10-12T19:54:40.112" v="5465"/>
          <ac:spMkLst>
            <pc:docMk/>
            <pc:sldMk cId="639603147" sldId="267"/>
            <ac:spMk id="7" creationId="{2A5BF5A0-6440-043C-45C4-5D56DF52353A}"/>
          </ac:spMkLst>
        </pc:spChg>
      </pc:sldChg>
      <pc:sldChg chg="addSp delSp modSp new mod">
        <pc:chgData name="Bixler, Thomas M" userId="0be7fe11-7194-468c-9944-b6697f6da2cd" providerId="ADAL" clId="{88DC0E8E-AABA-4618-8C5F-A1D4F46C59D1}" dt="2026-10-12T22:16:38.837" v="13699" actId="948"/>
        <pc:sldMkLst>
          <pc:docMk/>
          <pc:sldMk cId="1850994469" sldId="268"/>
        </pc:sldMkLst>
        <pc:spChg chg="del">
          <ac:chgData name="Bixler, Thomas M" userId="0be7fe11-7194-468c-9944-b6697f6da2cd" providerId="ADAL" clId="{88DC0E8E-AABA-4618-8C5F-A1D4F46C59D1}" dt="2026-10-12T22:15:27.488" v="13674" actId="478"/>
          <ac:spMkLst>
            <pc:docMk/>
            <pc:sldMk cId="1850994469" sldId="268"/>
            <ac:spMk id="2" creationId="{41762E26-DC4C-8212-524D-A7D9C818107A}"/>
          </ac:spMkLst>
        </pc:spChg>
        <pc:spChg chg="del">
          <ac:chgData name="Bixler, Thomas M" userId="0be7fe11-7194-468c-9944-b6697f6da2cd" providerId="ADAL" clId="{88DC0E8E-AABA-4618-8C5F-A1D4F46C59D1}" dt="2026-10-12T22:15:25.860" v="13673" actId="478"/>
          <ac:spMkLst>
            <pc:docMk/>
            <pc:sldMk cId="1850994469" sldId="268"/>
            <ac:spMk id="3" creationId="{B2FC784E-2BA1-C7D5-6C45-B943636B1918}"/>
          </ac:spMkLst>
        </pc:spChg>
        <pc:spChg chg="add mod">
          <ac:chgData name="Bixler, Thomas M" userId="0be7fe11-7194-468c-9944-b6697f6da2cd" providerId="ADAL" clId="{88DC0E8E-AABA-4618-8C5F-A1D4F46C59D1}" dt="2026-10-12T22:15:39.662" v="13685" actId="20577"/>
          <ac:spMkLst>
            <pc:docMk/>
            <pc:sldMk cId="1850994469" sldId="268"/>
            <ac:spMk id="4" creationId="{9EA9D1D9-1521-2E47-4C87-DDEBD7DB5E86}"/>
          </ac:spMkLst>
        </pc:spChg>
        <pc:spChg chg="add mod">
          <ac:chgData name="Bixler, Thomas M" userId="0be7fe11-7194-468c-9944-b6697f6da2cd" providerId="ADAL" clId="{88DC0E8E-AABA-4618-8C5F-A1D4F46C59D1}" dt="2026-10-12T22:15:42.516" v="13687"/>
          <ac:spMkLst>
            <pc:docMk/>
            <pc:sldMk cId="1850994469" sldId="268"/>
            <ac:spMk id="5" creationId="{0A878A32-6F5B-5A11-E4A9-1BF35E01F2D7}"/>
          </ac:spMkLst>
        </pc:spChg>
        <pc:spChg chg="add mod">
          <ac:chgData name="Bixler, Thomas M" userId="0be7fe11-7194-468c-9944-b6697f6da2cd" providerId="ADAL" clId="{88DC0E8E-AABA-4618-8C5F-A1D4F46C59D1}" dt="2026-10-12T22:16:38.837" v="13699" actId="948"/>
          <ac:spMkLst>
            <pc:docMk/>
            <pc:sldMk cId="1850994469" sldId="268"/>
            <ac:spMk id="6" creationId="{B47521EE-C73F-24D2-5F43-6C0AB78F44EF}"/>
          </ac:spMkLst>
        </pc:spChg>
      </pc:sldChg>
      <pc:sldChg chg="addSp delSp modSp new del mod">
        <pc:chgData name="Bixler, Thomas M" userId="0be7fe11-7194-468c-9944-b6697f6da2cd" providerId="ADAL" clId="{88DC0E8E-AABA-4618-8C5F-A1D4F46C59D1}" dt="2026-10-12T22:15:04.233" v="13669" actId="2696"/>
        <pc:sldMkLst>
          <pc:docMk/>
          <pc:sldMk cId="2251879520" sldId="268"/>
        </pc:sldMkLst>
        <pc:spChg chg="del">
          <ac:chgData name="Bixler, Thomas M" userId="0be7fe11-7194-468c-9944-b6697f6da2cd" providerId="ADAL" clId="{88DC0E8E-AABA-4618-8C5F-A1D4F46C59D1}" dt="2026-10-12T22:14:18.605" v="13623" actId="478"/>
          <ac:spMkLst>
            <pc:docMk/>
            <pc:sldMk cId="2251879520" sldId="268"/>
            <ac:spMk id="2" creationId="{D1FBCE44-25A4-020B-9236-7D333A6EAA23}"/>
          </ac:spMkLst>
        </pc:spChg>
        <pc:spChg chg="del">
          <ac:chgData name="Bixler, Thomas M" userId="0be7fe11-7194-468c-9944-b6697f6da2cd" providerId="ADAL" clId="{88DC0E8E-AABA-4618-8C5F-A1D4F46C59D1}" dt="2026-10-12T22:14:19.979" v="13624" actId="478"/>
          <ac:spMkLst>
            <pc:docMk/>
            <pc:sldMk cId="2251879520" sldId="268"/>
            <ac:spMk id="3" creationId="{BA2DAE22-0193-4C4B-642A-730D684C0416}"/>
          </ac:spMkLst>
        </pc:spChg>
        <pc:spChg chg="add del mod">
          <ac:chgData name="Bixler, Thomas M" userId="0be7fe11-7194-468c-9944-b6697f6da2cd" providerId="ADAL" clId="{88DC0E8E-AABA-4618-8C5F-A1D4F46C59D1}" dt="2026-10-12T22:14:49.687" v="13666" actId="478"/>
          <ac:spMkLst>
            <pc:docMk/>
            <pc:sldMk cId="2251879520" sldId="268"/>
            <ac:spMk id="4" creationId="{77F2430D-A1A0-C835-FC39-FF5F3DE47045}"/>
          </ac:spMkLst>
        </pc:spChg>
        <pc:spChg chg="add del mod">
          <ac:chgData name="Bixler, Thomas M" userId="0be7fe11-7194-468c-9944-b6697f6da2cd" providerId="ADAL" clId="{88DC0E8E-AABA-4618-8C5F-A1D4F46C59D1}" dt="2026-10-12T22:14:57.276" v="13668" actId="478"/>
          <ac:spMkLst>
            <pc:docMk/>
            <pc:sldMk cId="2251879520" sldId="268"/>
            <ac:spMk id="5" creationId="{100E02C3-B631-24DE-4DB2-8C577B5643C2}"/>
          </ac:spMkLst>
        </pc:spChg>
        <pc:spChg chg="add mod">
          <ac:chgData name="Bixler, Thomas M" userId="0be7fe11-7194-468c-9944-b6697f6da2cd" providerId="ADAL" clId="{88DC0E8E-AABA-4618-8C5F-A1D4F46C59D1}" dt="2026-10-12T22:14:57.276" v="13668" actId="478"/>
          <ac:spMkLst>
            <pc:docMk/>
            <pc:sldMk cId="2251879520" sldId="268"/>
            <ac:spMk id="7" creationId="{EA1F6E2A-FD48-AE34-8921-0964557E2FCD}"/>
          </ac:spMkLst>
        </pc:spChg>
      </pc:sldChg>
      <pc:sldChg chg="new del">
        <pc:chgData name="Bixler, Thomas M" userId="0be7fe11-7194-468c-9944-b6697f6da2cd" providerId="ADAL" clId="{88DC0E8E-AABA-4618-8C5F-A1D4F46C59D1}" dt="2026-10-12T22:15:14.039" v="13671" actId="2696"/>
        <pc:sldMkLst>
          <pc:docMk/>
          <pc:sldMk cId="2590170265"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14DCD0-F187-40EB-A839-3D7B9DA8FE72}" type="datetimeFigureOut">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784DF5-37D3-4F6D-873E-B2C0B93819F1}" type="slidenum">
              <a:t>‹#›</a:t>
            </a:fld>
            <a:endParaRPr lang="en-US"/>
          </a:p>
        </p:txBody>
      </p:sp>
    </p:spTree>
    <p:extLst>
      <p:ext uri="{BB962C8B-B14F-4D97-AF65-F5344CB8AC3E}">
        <p14:creationId xmlns:p14="http://schemas.microsoft.com/office/powerpoint/2010/main" val="3694176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1</a:t>
            </a:fld>
            <a:endParaRPr lang="en-US"/>
          </a:p>
        </p:txBody>
      </p:sp>
    </p:spTree>
    <p:extLst>
      <p:ext uri="{BB962C8B-B14F-4D97-AF65-F5344CB8AC3E}">
        <p14:creationId xmlns:p14="http://schemas.microsoft.com/office/powerpoint/2010/main" val="3053698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a:p>
            <a:r>
              <a:rPr lang="en-US">
                <a:ea typeface="Calibri"/>
                <a:cs typeface="Calibri"/>
              </a:rPr>
              <a:t>The study that our dataset came from is a Pre-registered multi-lab non-replication of the action sentence compatibility effect. There was a total of 1,278 participants, contributing a total of 36,099 trials. These participants were right-handed undergraduates coming from 18 different labs. 12 of these labs were native-English speaking labs, making up 903 of the participants, while 6 of them were bilingual labs, making up 375 of the participants. </a:t>
            </a:r>
          </a:p>
          <a:p>
            <a:endParaRPr lang="en-US">
              <a:ea typeface="Calibri"/>
              <a:cs typeface="Calibri"/>
            </a:endParaRPr>
          </a:p>
          <a:p>
            <a:r>
              <a:rPr lang="en-US">
                <a:ea typeface="Calibri"/>
                <a:cs typeface="Calibri"/>
              </a:rPr>
              <a:t>For this study, participants listened to one sentence at a time. Sentences could describe movement either toward or away from the body. While listening, they would hold down a START key. When they were ready to respond, they released the START key and moved to a response key, which was placed either toward or away from the body depending on the condition. </a:t>
            </a:r>
          </a:p>
          <a:p>
            <a:endParaRPr lang="en-US">
              <a:ea typeface="Calibri"/>
              <a:cs typeface="Calibri"/>
            </a:endParaRPr>
          </a:p>
          <a:p>
            <a:r>
              <a:rPr lang="en-US">
                <a:ea typeface="Calibri"/>
                <a:cs typeface="Calibri"/>
              </a:rPr>
              <a:t>The Action-Sentence Compatibility Effect is the idea that people respond faster when the direction of their response matches the direction of motion described in a sentence. </a:t>
            </a:r>
          </a:p>
        </p:txBody>
      </p:sp>
      <p:sp>
        <p:nvSpPr>
          <p:cNvPr id="4" name="Slide Number Placeholder 3"/>
          <p:cNvSpPr>
            <a:spLocks noGrp="1"/>
          </p:cNvSpPr>
          <p:nvPr>
            <p:ph type="sldNum" sz="quarter" idx="5"/>
          </p:nvPr>
        </p:nvSpPr>
        <p:spPr/>
        <p:txBody>
          <a:bodyPr/>
          <a:lstStyle/>
          <a:p>
            <a:fld id="{A2784DF5-37D3-4F6D-873E-B2C0B93819F1}" type="slidenum">
              <a:t>3</a:t>
            </a:fld>
            <a:endParaRPr lang="en-US"/>
          </a:p>
        </p:txBody>
      </p:sp>
    </p:spTree>
    <p:extLst>
      <p:ext uri="{BB962C8B-B14F-4D97-AF65-F5344CB8AC3E}">
        <p14:creationId xmlns:p14="http://schemas.microsoft.com/office/powerpoint/2010/main" val="153508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key variables that our research questions will be analyzing are Lift-Off Latency, Move Time, and Sentence Duration. Each of these variables is measured in milliseconds. Lift-off latency measures the time between a sentence’s onset and the release of the START key. Move Time measures the time between start key release and pressing the response key. And sentence duration is the length of the spoken sentence. </a:t>
            </a:r>
          </a:p>
          <a:p>
            <a:endParaRPr lang="en-US"/>
          </a:p>
          <a:p>
            <a:r>
              <a:rPr lang="en-US"/>
              <a:t>As you can see </a:t>
            </a:r>
            <a:r>
              <a:rPr lang="en-US">
                <a:sym typeface="Wingdings" panose="05000000000000000000" pitchFamily="2" charset="2"/>
              </a:rPr>
              <a:t> lift-off latency averaged about 1,963 milliseconds (SD = 363), sentence duration about 1,552 milliseconds (SD = 241), and move time about 336 milliseconds (SD = 115). On average, people lifted off roughly 410 milliseconds after the sentence started ending, so responses mostly came after the sentence was over. </a:t>
            </a:r>
          </a:p>
          <a:p>
            <a:endParaRPr lang="en-US">
              <a:sym typeface="Wingdings" panose="05000000000000000000" pitchFamily="2" charset="2"/>
            </a:endParaRPr>
          </a:p>
          <a:p>
            <a:r>
              <a:rPr lang="en-US">
                <a:sym typeface="Wingdings" panose="05000000000000000000" pitchFamily="2" charset="2"/>
              </a:rPr>
              <a:t>Participant exclusions include any left-handed participants  Including left-handed participants would add variation in the motor response, and thus, only right-handed participants were included. </a:t>
            </a:r>
          </a:p>
          <a:p>
            <a:endParaRPr lang="en-US">
              <a:sym typeface="Wingdings" panose="05000000000000000000" pitchFamily="2" charset="2"/>
            </a:endParaRPr>
          </a:p>
          <a:p>
            <a:r>
              <a:rPr lang="en-US">
                <a:sym typeface="Wingdings" panose="05000000000000000000" pitchFamily="2" charset="2"/>
              </a:rPr>
              <a:t>Participants that scored below 75% percent accuracy were excluded  accuracy is a check that they were listening and following the task. Someone below the threshold may have misunderstood the instructions or could have been guessing. </a:t>
            </a:r>
          </a:p>
          <a:p>
            <a:endParaRPr lang="en-US">
              <a:sym typeface="Wingdings" panose="05000000000000000000" pitchFamily="2" charset="2"/>
            </a:endParaRPr>
          </a:p>
          <a:p>
            <a:r>
              <a:rPr lang="en-US">
                <a:sym typeface="Wingdings" panose="05000000000000000000" pitchFamily="2" charset="2"/>
              </a:rPr>
              <a:t>Low-proficiency non-native speakers were excluded. If a participant could not follow the spoken sentence, their timing on the task would not reflect typical comprehension. It’s important to note that not all non-native speakers were excluded, only those with low-proficiency.</a:t>
            </a:r>
          </a:p>
          <a:p>
            <a:endParaRPr lang="en-US">
              <a:sym typeface="Wingdings" panose="05000000000000000000" pitchFamily="2" charset="2"/>
            </a:endParaRPr>
          </a:p>
          <a:p>
            <a:r>
              <a:rPr lang="en-US">
                <a:sym typeface="Wingdings" panose="05000000000000000000" pitchFamily="2" charset="2"/>
              </a:rPr>
              <a:t>Finally, trials with a lift-off latency under 1,000 </a:t>
            </a:r>
            <a:r>
              <a:rPr lang="en-US" err="1">
                <a:sym typeface="Wingdings" panose="05000000000000000000" pitchFamily="2" charset="2"/>
              </a:rPr>
              <a:t>ms</a:t>
            </a:r>
            <a:r>
              <a:rPr lang="en-US">
                <a:sym typeface="Wingdings" panose="05000000000000000000" pitchFamily="2" charset="2"/>
              </a:rPr>
              <a:t> were excluded, as well as move time under 100 or over 2,000 </a:t>
            </a:r>
            <a:r>
              <a:rPr lang="en-US" err="1">
                <a:sym typeface="Wingdings" panose="05000000000000000000" pitchFamily="2" charset="2"/>
              </a:rPr>
              <a:t>ms.</a:t>
            </a:r>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4</a:t>
            </a:fld>
            <a:endParaRPr lang="en-US"/>
          </a:p>
        </p:txBody>
      </p:sp>
    </p:spTree>
    <p:extLst>
      <p:ext uri="{BB962C8B-B14F-4D97-AF65-F5344CB8AC3E}">
        <p14:creationId xmlns:p14="http://schemas.microsoft.com/office/powerpoint/2010/main" val="2878452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first research question asks “how strongly does lift-off latency scale with the duration of the spoken sentence, one-to-one or less?</a:t>
            </a:r>
          </a:p>
          <a:p>
            <a:endParaRPr lang="en-US"/>
          </a:p>
          <a:p>
            <a:r>
              <a:rPr lang="en-US"/>
              <a:t>The null hypothesis is that lift-off latency and sentence duration will scale one-to-one, and the alternative hypothesis is that lift-off latency and sentence duration will scale less than one-to-one.</a:t>
            </a:r>
          </a:p>
          <a:p>
            <a:endParaRPr lang="en-US"/>
          </a:p>
          <a:p>
            <a:r>
              <a:rPr lang="en-US"/>
              <a:t>We predict that lift-off latency will scale less than one-to-one with sentence duration. In other words, as sentences get longer, the participant’s response time does not grow by the same amount, it grows by less. We predict this because listeners anticipate the sentence’s ending, so longer sentences don’t delay responses fully. Responses almost always followed the end of the sentence, so a positive relationship was partly structural. </a:t>
            </a:r>
          </a:p>
          <a:p>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5</a:t>
            </a:fld>
            <a:endParaRPr lang="en-US"/>
          </a:p>
        </p:txBody>
      </p:sp>
    </p:spTree>
    <p:extLst>
      <p:ext uri="{BB962C8B-B14F-4D97-AF65-F5344CB8AC3E}">
        <p14:creationId xmlns:p14="http://schemas.microsoft.com/office/powerpoint/2010/main" val="4043065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question is about how strongly lift-off latency scales with sentence duration. A correlation would tell us the strength of the relationship between the two variables. But a correlation is also unitless, which means it cannot be compared against one-to-one. A simple linear regression provides the slope in milliseconds per millisecond, along with a standard error and a confidence interval. This allows us to test directly against 1. Both variables are also continuous with a relationship that looked roughly linear, so a simple linear regression fit for our analysis. </a:t>
            </a:r>
          </a:p>
          <a:p>
            <a:endParaRPr lang="en-US"/>
          </a:p>
          <a:p>
            <a:r>
              <a:rPr lang="en-US"/>
              <a:t>Upon analysis, Lift-Off latency increased with sentence duration, but less than one to one. The linear regression model produced a slope of 0.741, a Standard error of 0.007 (how much the slope would be expected to vary from sample to sample), and a 95% confidence interval, ranging from 0.727 to 0.754 (range of plausible slopes given the data). Also, the R-squared value was .24m meaning sentence duration explains about a quarter of the variation in lift-off latency.</a:t>
            </a:r>
          </a:p>
          <a:p>
            <a:endParaRPr lang="en-US"/>
          </a:p>
          <a:p>
            <a:r>
              <a:rPr lang="en-US"/>
              <a:t>Testing whether the slope differs from 1, we obtained a t-value of -37.62 with 36,097 degrees of freedom. This corresponds to a p-value of less than .001, meaning our results are statistically significant. So, a slope this far below 1 would be very unlikely if the true slope were 1. </a:t>
            </a:r>
          </a:p>
          <a:p>
            <a:endParaRPr lang="en-US"/>
          </a:p>
          <a:p>
            <a:r>
              <a:rPr lang="en-US"/>
              <a:t>Since the slope is reliably below 1, we reject the null hypothesis and conclude that lift-off latency and sentence duration do in-fact scale less than one-to-one. Each extra millisecond of sentence duration was associated with about 0.74 milliseconds of additional lift-off latency. In other words, a sentence that was 100 milliseconds longer was followed by a lift-off about 74 milliseconds later. </a:t>
            </a:r>
          </a:p>
          <a:p>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6</a:t>
            </a:fld>
            <a:endParaRPr lang="en-US"/>
          </a:p>
        </p:txBody>
      </p:sp>
    </p:spTree>
    <p:extLst>
      <p:ext uri="{BB962C8B-B14F-4D97-AF65-F5344CB8AC3E}">
        <p14:creationId xmlns:p14="http://schemas.microsoft.com/office/powerpoint/2010/main" val="3741533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Moving to our third research question, we investigated the relationship between participants lift off latency which is the time it takes to begin a movement and their move time representing the actual physical duration of the movement.</a:t>
            </a:r>
            <a:endParaRPr lang="en-US">
              <a:ea typeface="Calibri"/>
              <a:cs typeface="Calibri"/>
            </a:endParaRPr>
          </a:p>
          <a:p>
            <a:r>
              <a:rPr lang="en-US"/>
              <a:t>We hypothesized that starting a movement and completing a movement rely on distinct cognitive and motor processes. Therefore, we predicted that the time taken to initiate a response would operate independently of execution speed, showing little to no correlation between the two measures.</a:t>
            </a:r>
            <a:endParaRPr lang="en-US">
              <a:ea typeface="Calibri"/>
              <a:cs typeface="Calibri"/>
            </a:endParaRPr>
          </a:p>
        </p:txBody>
      </p:sp>
      <p:sp>
        <p:nvSpPr>
          <p:cNvPr id="4" name="Slide Number Placeholder 3"/>
          <p:cNvSpPr>
            <a:spLocks noGrp="1"/>
          </p:cNvSpPr>
          <p:nvPr>
            <p:ph type="sldNum" sz="quarter" idx="5"/>
          </p:nvPr>
        </p:nvSpPr>
        <p:spPr/>
        <p:txBody>
          <a:bodyPr/>
          <a:lstStyle/>
          <a:p>
            <a:fld id="{A2784DF5-37D3-4F6D-873E-B2C0B93819F1}" type="slidenum">
              <a:rPr lang="en-US"/>
              <a:t>9</a:t>
            </a:fld>
            <a:endParaRPr lang="en-US"/>
          </a:p>
        </p:txBody>
      </p:sp>
    </p:spTree>
    <p:extLst>
      <p:ext uri="{BB962C8B-B14F-4D97-AF65-F5344CB8AC3E}">
        <p14:creationId xmlns:p14="http://schemas.microsoft.com/office/powerpoint/2010/main" val="27584306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test this question, we chose a </a:t>
            </a:r>
            <a:r>
              <a:rPr lang="en-US" b="1"/>
              <a:t>Pearson correlation coefficient</a:t>
            </a:r>
            <a:r>
              <a:rPr lang="en-US"/>
              <a:t>. We selected this analysis because both of our variables are continuous interval level measures in milliseconds and a correlation allows us to directly evaluate whether participants who take longer to initiate a response also take longer to execute the physical movement.</a:t>
            </a:r>
            <a:endParaRPr lang="en-US">
              <a:solidFill>
                <a:srgbClr val="444444"/>
              </a:solidFill>
            </a:endParaRPr>
          </a:p>
          <a:p>
            <a:r>
              <a:rPr lang="en-US"/>
              <a:t>When running the correlation across our 1,278 participants we found a weak positive but statistically significant relationship: r(1276) = .17 with a 95% confidence interval ranging from .11 to .22 p &lt; .001.</a:t>
            </a:r>
            <a:endParaRPr lang="en-US">
              <a:solidFill>
                <a:srgbClr val="444444"/>
              </a:solidFill>
            </a:endParaRPr>
          </a:p>
          <a:p>
            <a:r>
              <a:rPr lang="en-US"/>
              <a:t>In short while the large sample size makes this correlation statistically significant lift off latency and move time share only about 3% of their variance showing that initiation time and execution time operate largely independently.</a:t>
            </a:r>
          </a:p>
        </p:txBody>
      </p:sp>
      <p:sp>
        <p:nvSpPr>
          <p:cNvPr id="4" name="Slide Number Placeholder 3"/>
          <p:cNvSpPr>
            <a:spLocks noGrp="1"/>
          </p:cNvSpPr>
          <p:nvPr>
            <p:ph type="sldNum" sz="quarter" idx="5"/>
          </p:nvPr>
        </p:nvSpPr>
        <p:spPr/>
        <p:txBody>
          <a:bodyPr/>
          <a:lstStyle/>
          <a:p>
            <a:fld id="{A2784DF5-37D3-4F6D-873E-B2C0B93819F1}" type="slidenum">
              <a:rPr lang="en-US"/>
              <a:t>10</a:t>
            </a:fld>
            <a:endParaRPr lang="en-US"/>
          </a:p>
        </p:txBody>
      </p:sp>
    </p:spTree>
    <p:extLst>
      <p:ext uri="{BB962C8B-B14F-4D97-AF65-F5344CB8AC3E}">
        <p14:creationId xmlns:p14="http://schemas.microsoft.com/office/powerpoint/2010/main" val="3170248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When it comes to our limitations, the biggest problem with all three concerns is that trials are not independent.</a:t>
            </a:r>
          </a:p>
          <a:p>
            <a:endParaRPr lang="en-US"/>
          </a:p>
          <a:p>
            <a:r>
              <a:rPr lang="en-US"/>
              <a:t>Individual standard errors are probably too tiny and our confidence intervals are too tight because each participant contributed several trials and sentences were heard by many people.</a:t>
            </a:r>
            <a:endParaRPr lang="en-US">
              <a:ea typeface="Calibri"/>
              <a:cs typeface="Calibri"/>
            </a:endParaRPr>
          </a:p>
          <a:p>
            <a:endParaRPr lang="en-US"/>
          </a:p>
          <a:p>
            <a:r>
              <a:rPr lang="en-US"/>
              <a:t>Second, we cannot distinguish between a person being slow overall and one of their specific trials being slow because trials were pooled across </a:t>
            </a:r>
            <a:r>
              <a:rPr lang="en-US" err="1"/>
              <a:t>individuals.Third</a:t>
            </a:r>
            <a:r>
              <a:rPr lang="en-US"/>
              <a:t>, we can only examine correlations and cannot draw any conclusions about causality because none of the factors were changed.</a:t>
            </a:r>
            <a:endParaRPr lang="en-US">
              <a:ea typeface="Calibri"/>
              <a:cs typeface="Calibri"/>
            </a:endParaRPr>
          </a:p>
          <a:p>
            <a:endParaRPr lang="en-US"/>
          </a:p>
          <a:p>
            <a:r>
              <a:rPr lang="en-US"/>
              <a:t>Fourth, cutting off extreme values could cause regression slopes to bend and our associations to diminish.</a:t>
            </a:r>
          </a:p>
          <a:p>
            <a:endParaRPr lang="en-US"/>
          </a:p>
          <a:p>
            <a:r>
              <a:rPr lang="en-US"/>
              <a:t>Lastly, we shouldn't generalize these findings because our sample consists solely of right-handed undergraduates doing a single test.</a:t>
            </a:r>
          </a:p>
          <a:p>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11</a:t>
            </a:fld>
            <a:endParaRPr lang="en-US"/>
          </a:p>
        </p:txBody>
      </p:sp>
    </p:spTree>
    <p:extLst>
      <p:ext uri="{BB962C8B-B14F-4D97-AF65-F5344CB8AC3E}">
        <p14:creationId xmlns:p14="http://schemas.microsoft.com/office/powerpoint/2010/main" val="24131236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2784DF5-37D3-4F6D-873E-B2C0B93819F1}" type="slidenum">
              <a:rPr lang="en-US" smtClean="0"/>
              <a:t>12</a:t>
            </a:fld>
            <a:endParaRPr lang="en-US"/>
          </a:p>
        </p:txBody>
      </p:sp>
    </p:spTree>
    <p:extLst>
      <p:ext uri="{BB962C8B-B14F-4D97-AF65-F5344CB8AC3E}">
        <p14:creationId xmlns:p14="http://schemas.microsoft.com/office/powerpoint/2010/main" val="2510389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10" name="Picture 9" descr="A black circle in a purple and orange color&#10;&#10;AI-generated content may be incorrect.">
            <a:extLst>
              <a:ext uri="{FF2B5EF4-FFF2-40B4-BE49-F238E27FC236}">
                <a16:creationId xmlns:a16="http://schemas.microsoft.com/office/drawing/2014/main" id="{C8E832A1-AE20-595C-6C6A-C6CAD6D72233}"/>
              </a:ext>
            </a:extLst>
          </p:cNvPr>
          <p:cNvPicPr>
            <a:picLocks noChangeAspect="1"/>
          </p:cNvPicPr>
          <p:nvPr/>
        </p:nvPicPr>
        <p:blipFill>
          <a:blip r:embed="rId2">
            <a:extLst>
              <a:ext uri="{28A0092B-C50C-407E-A947-70E740481C1C}">
                <a14:useLocalDpi xmlns:a14="http://schemas.microsoft.com/office/drawing/2010/main" val="0"/>
              </a:ext>
            </a:extLst>
          </a:blip>
          <a:srcRect l="14059" t="1529" r="16895" b="27442"/>
          <a:stretch>
            <a:fillRect/>
          </a:stretch>
        </p:blipFill>
        <p:spPr>
          <a:xfrm flipH="1">
            <a:off x="-27432" y="0"/>
            <a:ext cx="12219432" cy="6865715"/>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95259" y="1820486"/>
            <a:ext cx="4800600" cy="2762187"/>
          </a:xfrm>
        </p:spPr>
        <p:txBody>
          <a:bodyPr vert="horz" lIns="91440" tIns="45720" rIns="91440" bIns="45720" rtlCol="0" anchor="b">
            <a:normAutofit/>
          </a:bodyPr>
          <a:lstStyle>
            <a:lvl1pPr>
              <a:defRPr lang="en-US" sz="48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95260" y="4714821"/>
            <a:ext cx="3830874" cy="1496616"/>
          </a:xfrm>
        </p:spPr>
        <p:txBody>
          <a:bodyPr vert="horz" lIns="91440" tIns="45720" rIns="91440" bIns="45720" rtlCol="0" anchor="t">
            <a:normAutofit/>
          </a:bodyPr>
          <a:lstStyle>
            <a:lvl1pPr marL="0" indent="0">
              <a:buNone/>
              <a:defRPr lang="en-US" sz="14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295259" y="219456"/>
            <a:ext cx="2703777"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235440" y="219456"/>
            <a:ext cx="1495365"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3832944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217452" y="214858"/>
            <a:ext cx="1485900"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1967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pic>
        <p:nvPicPr>
          <p:cNvPr id="7" name="Picture 6" descr="A black circle in a purple and orange color&#10;&#10;AI-generated content may be incorrect.">
            <a:extLst>
              <a:ext uri="{FF2B5EF4-FFF2-40B4-BE49-F238E27FC236}">
                <a16:creationId xmlns:a16="http://schemas.microsoft.com/office/drawing/2014/main" id="{6AC85073-6D22-76C5-C752-C565E9FBCC84}"/>
              </a:ext>
            </a:extLst>
          </p:cNvPr>
          <p:cNvPicPr>
            <a:picLocks noChangeAspect="1"/>
          </p:cNvPicPr>
          <p:nvPr/>
        </p:nvPicPr>
        <p:blipFill>
          <a:blip r:embed="rId2">
            <a:extLst>
              <a:ext uri="{28A0092B-C50C-407E-A947-70E740481C1C}">
                <a14:useLocalDpi xmlns:a14="http://schemas.microsoft.com/office/drawing/2010/main" val="0"/>
              </a:ext>
            </a:extLst>
          </a:blip>
          <a:srcRect l="1146" t="10520" r="14652" b="11508"/>
          <a:stretch>
            <a:fillRect/>
          </a:stretch>
        </p:blipFill>
        <p:spPr>
          <a:xfrm flipH="1">
            <a:off x="-2" y="11899"/>
            <a:ext cx="12192001" cy="6865715"/>
          </a:xfrm>
          <a:prstGeom prst="rect">
            <a:avLst/>
          </a:prstGeom>
        </p:spPr>
      </p:pic>
      <p:sp>
        <p:nvSpPr>
          <p:cNvPr id="9" name="Title 8">
            <a:extLst>
              <a:ext uri="{FF2B5EF4-FFF2-40B4-BE49-F238E27FC236}">
                <a16:creationId xmlns:a16="http://schemas.microsoft.com/office/drawing/2014/main" id="{BF6CFC71-0CC0-F6AB-06FD-5F2DE2587092}"/>
              </a:ext>
            </a:extLst>
          </p:cNvPr>
          <p:cNvSpPr>
            <a:spLocks noGrp="1"/>
          </p:cNvSpPr>
          <p:nvPr>
            <p:ph type="title"/>
          </p:nvPr>
        </p:nvSpPr>
        <p:spPr>
          <a:xfrm>
            <a:off x="420792" y="459253"/>
            <a:ext cx="5658468" cy="2691359"/>
          </a:xfrm>
        </p:spPr>
        <p:txBody>
          <a:bodyPr/>
          <a:lstStyle>
            <a:lvl1pPr>
              <a:defRPr sz="4600"/>
            </a:lvl1pPr>
          </a:lstStyle>
          <a:p>
            <a:r>
              <a:rPr lang="en-US"/>
              <a:t>Click to edit Master title style</a:t>
            </a:r>
          </a:p>
        </p:txBody>
      </p:sp>
      <p:sp>
        <p:nvSpPr>
          <p:cNvPr id="11" name="Subtitle 2">
            <a:extLst>
              <a:ext uri="{FF2B5EF4-FFF2-40B4-BE49-F238E27FC236}">
                <a16:creationId xmlns:a16="http://schemas.microsoft.com/office/drawing/2014/main" id="{41932924-E87B-08A2-5EE3-BBA69699E24F}"/>
              </a:ext>
            </a:extLst>
          </p:cNvPr>
          <p:cNvSpPr>
            <a:spLocks noGrp="1"/>
          </p:cNvSpPr>
          <p:nvPr>
            <p:ph type="subTitle" idx="1"/>
          </p:nvPr>
        </p:nvSpPr>
        <p:spPr>
          <a:xfrm>
            <a:off x="7362264" y="516600"/>
            <a:ext cx="2593814" cy="1627886"/>
          </a:xfrm>
        </p:spPr>
        <p:txBody>
          <a:bodyPr vert="horz" lIns="91440" tIns="45720" rIns="91440" bIns="45720" rtlCol="0" anchor="t">
            <a:normAutofit/>
          </a:bodyPr>
          <a:lstStyle>
            <a:lvl1pPr marL="0" indent="0">
              <a:buNone/>
              <a:defRPr lang="en-US" sz="120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362265" y="219456"/>
            <a:ext cx="2504049"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363200" y="219456"/>
            <a:ext cx="1146383"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1657" y="219456"/>
            <a:ext cx="555948" cy="338328"/>
          </a:xfrm>
        </p:spPr>
        <p:txBody>
          <a:bodyPr/>
          <a:lstStyle>
            <a:lvl1pPr>
              <a:defRPr>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1917693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a:stretch>
          </a:blipFill>
        </p:spPr>
        <p:txBody>
          <a:bodyPr tIns="365760"/>
          <a:lstStyle>
            <a:lvl1pPr>
              <a:defRPr>
                <a:solidFill>
                  <a:schemeClr val="tx1"/>
                </a:solidFill>
              </a:defRPr>
            </a:lvl1pPr>
          </a:lstStyle>
          <a:p>
            <a:r>
              <a:rPr lang="en-US"/>
              <a:t>   </a:t>
            </a:r>
          </a:p>
        </p:txBody>
      </p:sp>
      <p:sp>
        <p:nvSpPr>
          <p:cNvPr id="15" name="Title 14">
            <a:extLst>
              <a:ext uri="{FF2B5EF4-FFF2-40B4-BE49-F238E27FC236}">
                <a16:creationId xmlns:a16="http://schemas.microsoft.com/office/drawing/2014/main" id="{7EB34FF5-770C-AA64-B806-5D6DED71138A}"/>
              </a:ext>
            </a:extLst>
          </p:cNvPr>
          <p:cNvSpPr>
            <a:spLocks noGrp="1"/>
          </p:cNvSpPr>
          <p:nvPr>
            <p:ph type="title"/>
          </p:nvPr>
        </p:nvSpPr>
        <p:spPr>
          <a:xfrm>
            <a:off x="0" y="4463843"/>
            <a:ext cx="12188952" cy="2394157"/>
          </a:xfrm>
          <a:gradFill>
            <a:gsLst>
              <a:gs pos="31000">
                <a:srgbClr val="000000">
                  <a:alpha val="30000"/>
                </a:srgbClr>
              </a:gs>
              <a:gs pos="87000">
                <a:srgbClr val="000000">
                  <a:alpha val="60000"/>
                </a:srgbClr>
              </a:gs>
              <a:gs pos="0">
                <a:srgbClr val="000000">
                  <a:alpha val="0"/>
                </a:srgbClr>
              </a:gs>
            </a:gsLst>
            <a:lin ang="5400000" scaled="0"/>
          </a:gradFill>
        </p:spPr>
        <p:txBody>
          <a:bodyPr lIns="502920" tIns="0" rIns="5029200" bIns="365760" anchor="b"/>
          <a:lstStyle>
            <a:lvl1pPr>
              <a:defRPr sz="4000">
                <a:solidFill>
                  <a:schemeClr val="tx1"/>
                </a:solidFill>
              </a:defRPr>
            </a:lvl1pPr>
          </a:lstStyle>
          <a:p>
            <a:r>
              <a:rPr lang="en-US"/>
              <a:t>Click to edit Master title style</a:t>
            </a:r>
          </a:p>
        </p:txBody>
      </p:sp>
      <p:sp>
        <p:nvSpPr>
          <p:cNvPr id="12" name="Subtitle 2">
            <a:extLst>
              <a:ext uri="{FF2B5EF4-FFF2-40B4-BE49-F238E27FC236}">
                <a16:creationId xmlns:a16="http://schemas.microsoft.com/office/drawing/2014/main" id="{49132BB0-A42B-7355-8046-F22B2344C64F}"/>
              </a:ext>
            </a:extLst>
          </p:cNvPr>
          <p:cNvSpPr>
            <a:spLocks noGrp="1"/>
          </p:cNvSpPr>
          <p:nvPr>
            <p:ph type="subTitle" idx="1"/>
          </p:nvPr>
        </p:nvSpPr>
        <p:spPr>
          <a:xfrm>
            <a:off x="8801099" y="4463843"/>
            <a:ext cx="3387853" cy="2394157"/>
          </a:xfrm>
        </p:spPr>
        <p:txBody>
          <a:bodyPr vert="horz" lIns="137160" tIns="365760" rIns="0" bIns="457200" rtlCol="0" anchor="b">
            <a:normAutofit/>
          </a:bodyPr>
          <a:lstStyle>
            <a:lvl1pPr marL="0" indent="0">
              <a:buNone/>
              <a:defRPr lang="en-US" sz="1400" dirty="0">
                <a:solidFill>
                  <a:schemeClr val="tx1"/>
                </a:solidFill>
              </a:defRPr>
            </a:lvl1pPr>
          </a:lstStyle>
          <a:p>
            <a:pPr lvl="0"/>
            <a:r>
              <a:rPr lang="en-US"/>
              <a:t>Click to edit Master subtitle style</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437656" y="219456"/>
            <a:ext cx="2740616" cy="365760"/>
          </a:xfrm>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8866095" y="219456"/>
            <a:ext cx="1957990" cy="365760"/>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362195" y="219456"/>
            <a:ext cx="448805" cy="365760"/>
          </a:xfrm>
        </p:spPr>
        <p:txBody>
          <a:bodyPr/>
          <a:lstStyle>
            <a:lvl1pPr>
              <a:defRPr>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133182169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pic>
        <p:nvPicPr>
          <p:cNvPr id="10" name="Picture 9" descr="A close up of a colorful background&#10;&#10;AI-generated content may be incorrect.">
            <a:extLst>
              <a:ext uri="{FF2B5EF4-FFF2-40B4-BE49-F238E27FC236}">
                <a16:creationId xmlns:a16="http://schemas.microsoft.com/office/drawing/2014/main" id="{6F838A51-B977-1664-089F-3B2250DFE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81172" cy="6858000"/>
          </a:xfrm>
          <a:prstGeom prst="rect">
            <a:avLst/>
          </a:prstGeom>
        </p:spPr>
      </p:pic>
      <p:sp>
        <p:nvSpPr>
          <p:cNvPr id="2" name="Title 1">
            <a:extLst>
              <a:ext uri="{FF2B5EF4-FFF2-40B4-BE49-F238E27FC236}">
                <a16:creationId xmlns:a16="http://schemas.microsoft.com/office/drawing/2014/main" id="{8892EA34-13CC-54C1-DE3D-4F1D5D55C9A7}"/>
              </a:ext>
            </a:extLst>
          </p:cNvPr>
          <p:cNvSpPr>
            <a:spLocks noGrp="1"/>
          </p:cNvSpPr>
          <p:nvPr>
            <p:ph type="title" hasCustomPrompt="1"/>
          </p:nvPr>
        </p:nvSpPr>
        <p:spPr>
          <a:xfrm>
            <a:off x="409980" y="4311805"/>
            <a:ext cx="8585337" cy="2368300"/>
          </a:xfrm>
        </p:spPr>
        <p:txBody>
          <a:bodyPr anchor="b">
            <a:normAutofit/>
          </a:bodyPr>
          <a:lstStyle>
            <a:lvl1pPr>
              <a:defRPr sz="6900">
                <a:solidFill>
                  <a:schemeClr val="tx1"/>
                </a:solidFill>
              </a:defRPr>
            </a:lvl1pPr>
          </a:lstStyle>
          <a:p>
            <a:r>
              <a:rPr lang="en-US"/>
              <a:t>Section Header</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419100" y="219456"/>
            <a:ext cx="265617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8801100" y="219456"/>
            <a:ext cx="1913256"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291658" y="219456"/>
            <a:ext cx="555948" cy="338328"/>
          </a:xfrm>
        </p:spPr>
        <p:txBody>
          <a:bodyPr/>
          <a:lstStyle>
            <a:lvl1pPr>
              <a:defRPr>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1600694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pic>
        <p:nvPicPr>
          <p:cNvPr id="6" name="Picture 5" descr="A black background with a purple and orange light&#10;&#10;AI-generated content may be incorrect.">
            <a:extLst>
              <a:ext uri="{FF2B5EF4-FFF2-40B4-BE49-F238E27FC236}">
                <a16:creationId xmlns:a16="http://schemas.microsoft.com/office/drawing/2014/main" id="{D09BF41B-6D10-9A6E-03E4-5E7320A61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2"/>
            <a:ext cx="12192000" cy="2869093"/>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68368" y="2138776"/>
            <a:ext cx="6433266" cy="1962149"/>
          </a:xfrm>
        </p:spPr>
        <p:txBody>
          <a:bodyPr anchor="t">
            <a:normAutofit/>
          </a:bodyPr>
          <a:lstStyle>
            <a:lvl1pPr>
              <a:defRPr sz="8800"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353300" y="214858"/>
            <a:ext cx="1485900"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353301" y="2138776"/>
            <a:ext cx="3718420" cy="4109624"/>
          </a:xfrm>
        </p:spPr>
        <p:txBody>
          <a:bodyPr vert="horz" lIns="91440" tIns="45720" rIns="91440" bIns="45720" rtlCol="0" anchor="t">
            <a:normAutofit/>
          </a:bodyPr>
          <a:lstStyle>
            <a:lvl1pPr marL="457200" indent="-457200">
              <a:buFont typeface="+mj-lt"/>
              <a:buAutoNum type="arabicPeriod"/>
              <a:defRPr lang="en-US" sz="1400" dirty="0">
                <a:solidFill>
                  <a:schemeClr val="tx1"/>
                </a:solidFill>
              </a:defRPr>
            </a:lvl1pPr>
            <a:lvl2pPr marL="571500" indent="-342900">
              <a:buFont typeface="+mj-lt"/>
              <a:buAutoNum type="arabicPeriod"/>
              <a:defRPr lang="en-US" sz="1400" dirty="0">
                <a:solidFill>
                  <a:schemeClr val="tx1"/>
                </a:solidFill>
              </a:defRPr>
            </a:lvl2pPr>
            <a:lvl3pPr marL="800100" indent="-342900">
              <a:buFont typeface="+mj-lt"/>
              <a:buAutoNum type="arabicPeriod"/>
              <a:defRPr lang="en-US" sz="1400" dirty="0">
                <a:solidFill>
                  <a:schemeClr val="tx1"/>
                </a:solidFill>
              </a:defRPr>
            </a:lvl3pPr>
            <a:lvl4pPr>
              <a:buFont typeface="+mj-lt"/>
              <a:buAutoNum type="arabicPeriod"/>
              <a:defRPr lang="en-US" sz="1400" dirty="0">
                <a:solidFill>
                  <a:schemeClr val="tx1"/>
                </a:solidFill>
              </a:defRPr>
            </a:lvl4pPr>
            <a:lvl5pPr>
              <a:buFont typeface="+mj-lt"/>
              <a:buAutoNum type="arabicPeriod"/>
              <a:defRPr lang="en-US" sz="1400"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0034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rgbClr val="09090C"/>
        </a:solidFill>
        <a:effectLst/>
      </p:bgPr>
    </p:bg>
    <p:spTree>
      <p:nvGrpSpPr>
        <p:cNvPr id="1" name=""/>
        <p:cNvGrpSpPr/>
        <p:nvPr/>
      </p:nvGrpSpPr>
      <p:grpSpPr>
        <a:xfrm>
          <a:off x="0" y="0"/>
          <a:ext cx="0" cy="0"/>
          <a:chOff x="0" y="0"/>
          <a:chExt cx="0" cy="0"/>
        </a:xfrm>
      </p:grpSpPr>
      <p:pic>
        <p:nvPicPr>
          <p:cNvPr id="6" name="Picture 5" descr="A black background with a red and yellow light&#10;&#10;AI-generated content may be incorrect.">
            <a:extLst>
              <a:ext uri="{FF2B5EF4-FFF2-40B4-BE49-F238E27FC236}">
                <a16:creationId xmlns:a16="http://schemas.microsoft.com/office/drawing/2014/main" id="{BD349A90-08FB-AFC0-8649-56404DF7B8C2}"/>
              </a:ext>
            </a:extLst>
          </p:cNvPr>
          <p:cNvPicPr>
            <a:picLocks noChangeAspect="1"/>
          </p:cNvPicPr>
          <p:nvPr/>
        </p:nvPicPr>
        <p:blipFill>
          <a:blip r:embed="rId2">
            <a:extLst>
              <a:ext uri="{28A0092B-C50C-407E-A947-70E740481C1C}">
                <a14:useLocalDpi xmlns:a14="http://schemas.microsoft.com/office/drawing/2010/main" val="0"/>
              </a:ext>
            </a:extLst>
          </a:blip>
          <a:srcRect b="36109"/>
          <a:stretch>
            <a:fillRect/>
          </a:stretch>
        </p:blipFill>
        <p:spPr>
          <a:xfrm rot="10800000" flipH="1">
            <a:off x="-9982" y="2555751"/>
            <a:ext cx="12192000" cy="4343908"/>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390852" y="3481713"/>
            <a:ext cx="5496426" cy="2092272"/>
          </a:xfrm>
        </p:spPr>
        <p:txBody>
          <a:bodyPr anchor="t">
            <a:normAutofit/>
          </a:bodyPr>
          <a:lstStyle>
            <a:lvl1pPr>
              <a:defRPr sz="7600">
                <a:solidFill>
                  <a:schemeClr val="tx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743EA2DD-B019-E3AA-ACB7-13CC3353E8D4}"/>
              </a:ext>
            </a:extLst>
          </p:cNvPr>
          <p:cNvSpPr>
            <a:spLocks noGrp="1"/>
          </p:cNvSpPr>
          <p:nvPr>
            <p:ph type="pic" sz="quarter" idx="14" hasCustomPrompt="1"/>
          </p:nvPr>
        </p:nvSpPr>
        <p:spPr>
          <a:xfrm>
            <a:off x="0" y="0"/>
            <a:ext cx="12192000" cy="2555751"/>
          </a:xfrm>
          <a:blipFill>
            <a:blip r:embed="rId3">
              <a:alphaModFix amt="65000"/>
            </a:blip>
            <a:stretch>
              <a:fillRect/>
            </a:stretch>
          </a:blipFill>
        </p:spPr>
        <p:txBody>
          <a:bodyPr/>
          <a:lstStyle>
            <a:lvl1pPr>
              <a:defRPr>
                <a:solidFill>
                  <a:schemeClr val="tx1"/>
                </a:solidFill>
              </a:defRPr>
            </a:lvl1pPr>
          </a:lstStyle>
          <a:p>
            <a:r>
              <a:rPr lang="en-US"/>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33660" y="2734068"/>
            <a:ext cx="2727331" cy="338328"/>
          </a:xfrm>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7785567" y="2734068"/>
            <a:ext cx="1586711"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316614" y="2734068"/>
            <a:ext cx="526695" cy="338328"/>
          </a:xfrm>
        </p:spPr>
        <p:txBody>
          <a:bodyPr/>
          <a:lstStyle>
            <a:lvl1pPr>
              <a:defRPr>
                <a:solidFill>
                  <a:schemeClr val="tx1"/>
                </a:solidFill>
              </a:defRPr>
            </a:lvl1pPr>
          </a:lstStyle>
          <a:p>
            <a:fld id="{148CC95F-0247-41B6-91CF-DC97C76A7088}" type="slidenum">
              <a:rPr lang="en-US" smtClean="0"/>
              <a:pPr/>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85567" y="3481713"/>
            <a:ext cx="3916103" cy="2765887"/>
          </a:xfrm>
        </p:spPr>
        <p:txBody>
          <a:bodyPr vert="horz" lIns="91440" tIns="45720" rIns="91440" bIns="45720" rtlCol="0">
            <a:normAutofit/>
          </a:bodyPr>
          <a:lstStyle>
            <a:lvl1pPr marL="342900" indent="-342900">
              <a:lnSpc>
                <a:spcPct val="130000"/>
              </a:lnSpc>
              <a:buFont typeface="+mj-lt"/>
              <a:buAutoNum type="arabicPeriod"/>
              <a:defRPr lang="en-US" sz="1400" dirty="0">
                <a:solidFill>
                  <a:schemeClr val="tx1"/>
                </a:solidFill>
              </a:defRPr>
            </a:lvl1pPr>
            <a:lvl2pPr marL="571500" indent="-342900">
              <a:lnSpc>
                <a:spcPct val="130000"/>
              </a:lnSpc>
              <a:buFont typeface="+mj-lt"/>
              <a:buAutoNum type="arabicPeriod"/>
              <a:defRPr lang="en-US" sz="1400" dirty="0">
                <a:solidFill>
                  <a:schemeClr val="tx1"/>
                </a:solidFill>
              </a:defRPr>
            </a:lvl2pPr>
            <a:lvl3pPr marL="800100" indent="-342900">
              <a:lnSpc>
                <a:spcPct val="130000"/>
              </a:lnSpc>
              <a:buFont typeface="+mj-lt"/>
              <a:buAutoNum type="arabicPeriod"/>
              <a:defRPr lang="en-US" sz="1400" dirty="0">
                <a:solidFill>
                  <a:schemeClr val="tx1"/>
                </a:solidFill>
              </a:defRPr>
            </a:lvl3pPr>
            <a:lvl4pPr>
              <a:lnSpc>
                <a:spcPct val="130000"/>
              </a:lnSpc>
              <a:buFont typeface="+mj-lt"/>
              <a:buAutoNum type="arabicPeriod"/>
              <a:defRPr lang="en-US" sz="1400" dirty="0">
                <a:solidFill>
                  <a:schemeClr val="tx1"/>
                </a:solidFill>
              </a:defRPr>
            </a:lvl4pPr>
            <a:lvl5pPr>
              <a:lnSpc>
                <a:spcPct val="130000"/>
              </a:lnSpc>
              <a:buFont typeface="+mj-lt"/>
              <a:buAutoNum type="arabicPeriod"/>
              <a:defRPr lang="en-US" sz="1400" dirty="0">
                <a:solidFill>
                  <a:schemeClr val="tx1"/>
                </a:solidFill>
              </a:defRPr>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Tree>
    <p:extLst>
      <p:ext uri="{BB962C8B-B14F-4D97-AF65-F5344CB8AC3E}">
        <p14:creationId xmlns:p14="http://schemas.microsoft.com/office/powerpoint/2010/main" val="400189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pic>
        <p:nvPicPr>
          <p:cNvPr id="23" name="Picture 22" descr="A purple and black background&#10;&#10;AI-generated content may be incorrect.">
            <a:extLst>
              <a:ext uri="{FF2B5EF4-FFF2-40B4-BE49-F238E27FC236}">
                <a16:creationId xmlns:a16="http://schemas.microsoft.com/office/drawing/2014/main" id="{518E8C82-2B1B-76C7-A67D-099AEEEAD0DA}"/>
              </a:ext>
            </a:extLst>
          </p:cNvPr>
          <p:cNvPicPr>
            <a:picLocks noChangeAspect="1"/>
          </p:cNvPicPr>
          <p:nvPr/>
        </p:nvPicPr>
        <p:blipFill>
          <a:blip r:embed="rId2">
            <a:extLst>
              <a:ext uri="{28A0092B-C50C-407E-A947-70E740481C1C}">
                <a14:useLocalDpi xmlns:a14="http://schemas.microsoft.com/office/drawing/2010/main" val="0"/>
              </a:ext>
            </a:extLst>
          </a:blip>
          <a:srcRect l="11509"/>
          <a:stretch>
            <a:fillRect/>
          </a:stretch>
        </p:blipFill>
        <p:spPr>
          <a:xfrm>
            <a:off x="6324601" y="1"/>
            <a:ext cx="5881254"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18851" y="1276990"/>
            <a:ext cx="5378267" cy="985658"/>
          </a:xfrm>
        </p:spPr>
        <p:txBody>
          <a:bodyPr anchor="b"/>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32393" y="214858"/>
            <a:ext cx="2726376"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8801100" y="214858"/>
            <a:ext cx="1941840"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0295" y="214858"/>
            <a:ext cx="555948" cy="338328"/>
          </a:xfrm>
        </p:spPr>
        <p:txBody>
          <a:bodyPr/>
          <a:lstStyle>
            <a:lvl1pPr>
              <a:defRPr>
                <a:solidFill>
                  <a:schemeClr val="tx1"/>
                </a:solidFill>
              </a:defRPr>
            </a:lvl1pPr>
          </a:lstStyle>
          <a:p>
            <a:fld id="{148CC95F-0247-41B6-91CF-DC97C76A7088}" type="slidenum">
              <a:rPr lang="en-US" smtClean="0"/>
              <a:pPr/>
              <a:t>‹#›</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27477" y="2471736"/>
            <a:ext cx="5378268" cy="366273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4217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rgbClr val="09090C"/>
        </a:solidFill>
        <a:effectLst/>
      </p:bgPr>
    </p:bg>
    <p:spTree>
      <p:nvGrpSpPr>
        <p:cNvPr id="1" name=""/>
        <p:cNvGrpSpPr/>
        <p:nvPr/>
      </p:nvGrpSpPr>
      <p:grpSpPr>
        <a:xfrm>
          <a:off x="0" y="0"/>
          <a:ext cx="0" cy="0"/>
          <a:chOff x="0" y="0"/>
          <a:chExt cx="0" cy="0"/>
        </a:xfrm>
      </p:grpSpPr>
      <p:pic>
        <p:nvPicPr>
          <p:cNvPr id="9" name="Picture 8" descr="A black background with a purple and orange light&#10;&#10;AI-generated content may be incorrect.">
            <a:extLst>
              <a:ext uri="{FF2B5EF4-FFF2-40B4-BE49-F238E27FC236}">
                <a16:creationId xmlns:a16="http://schemas.microsoft.com/office/drawing/2014/main" id="{E41EB56E-DF88-E5AB-35AF-891395DCD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0" y="4406900"/>
            <a:ext cx="9144000" cy="24511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899" y="1886712"/>
            <a:ext cx="3507989" cy="3233928"/>
          </a:xfrm>
        </p:spPr>
        <p:txBody>
          <a:bodyPr anchor="t">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19100" y="208394"/>
            <a:ext cx="2532118" cy="338328"/>
          </a:xfrm>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867400" y="208394"/>
            <a:ext cx="2017548"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296588" y="208394"/>
            <a:ext cx="553156" cy="338328"/>
          </a:xfrm>
        </p:spPr>
        <p:txBody>
          <a:bodyPr/>
          <a:lstStyle>
            <a:lvl1pPr>
              <a:defRPr>
                <a:solidFill>
                  <a:schemeClr val="tx1"/>
                </a:solidFill>
              </a:defRPr>
            </a:lvl1p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867401" y="1886712"/>
            <a:ext cx="4495800" cy="3233928"/>
          </a:xfrm>
        </p:spPr>
        <p:txBody>
          <a:bodyPr vert="horz" lIns="91440" tIns="45720" rIns="91440" bIns="45720" rtlCol="0">
            <a:normAutofit/>
          </a:bodyPr>
          <a:lstStyle>
            <a:lvl1pPr>
              <a:defRPr lang="en-US">
                <a:solidFill>
                  <a:schemeClr val="tx1"/>
                </a:solidFill>
              </a:defRPr>
            </a:lvl1pPr>
            <a:lvl2pPr>
              <a:defRPr lang="en-US">
                <a:solidFill>
                  <a:schemeClr val="tx1"/>
                </a:solidFill>
              </a:defRPr>
            </a:lvl2pPr>
            <a:lvl3pPr>
              <a:defRPr lang="en-US">
                <a:solidFill>
                  <a:schemeClr val="tx1"/>
                </a:solidFill>
              </a:defRPr>
            </a:lvl3pPr>
            <a:lvl4pPr>
              <a:defRPr lang="en-US">
                <a:solidFill>
                  <a:schemeClr val="tx1"/>
                </a:solidFill>
              </a:defRPr>
            </a:lvl4pPr>
            <a:lvl5pPr>
              <a:defRPr lang="en-US">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0635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8436" y="1115568"/>
            <a:ext cx="2505264" cy="1624122"/>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684048"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74064" y="215823"/>
            <a:ext cx="1485900" cy="338328"/>
          </a:xfrm>
        </p:spPr>
        <p:txBody>
          <a:bodyPr/>
          <a:lstStyle>
            <a:lvl1pPr>
              <a:defRPr>
                <a:solidFill>
                  <a:schemeClr val="tx1"/>
                </a:solidFill>
                <a:effectLst/>
              </a:defRPr>
            </a:lvl1p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8242" y="215823"/>
            <a:ext cx="549272" cy="338328"/>
          </a:xfrm>
        </p:spPr>
        <p:txBody>
          <a:body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8436" y="3028523"/>
            <a:ext cx="2505264" cy="3410378"/>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DB2531DA-E07E-34C2-010B-27DB8B004926}"/>
              </a:ext>
            </a:extLst>
          </p:cNvPr>
          <p:cNvSpPr>
            <a:spLocks noGrp="1"/>
          </p:cNvSpPr>
          <p:nvPr>
            <p:ph type="pic" sz="quarter" idx="15" hasCustomPrompt="1"/>
          </p:nvPr>
        </p:nvSpPr>
        <p:spPr>
          <a:xfrm>
            <a:off x="3374064" y="1181100"/>
            <a:ext cx="8817936" cy="5676900"/>
          </a:xfrm>
          <a:blipFill>
            <a:blip r:embed="rId2">
              <a:alphaModFix amt="65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962285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4000500" cy="1352516"/>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9100" y="219456"/>
            <a:ext cx="272793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7899" y="219456"/>
            <a:ext cx="1747774"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3948" y="216280"/>
            <a:ext cx="551113" cy="338328"/>
          </a:xfrm>
        </p:spPr>
        <p:txBody>
          <a:body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7899" y="1104900"/>
            <a:ext cx="6925002" cy="1352516"/>
          </a:xfrm>
        </p:spPr>
        <p:txBody>
          <a:bodyPr>
            <a:normAutofit/>
          </a:bodyPr>
          <a:lstStyle>
            <a:lvl1pPr marL="285750" indent="-285750">
              <a:buFont typeface="Arial" panose="020B0604020202020204" pitchFamily="34" charset="0"/>
              <a:buNone/>
              <a:defRPr sz="1400"/>
            </a:lvl1pPr>
            <a:lvl2pPr marL="514350" indent="-285750">
              <a:buFont typeface="Arial" panose="020B0604020202020204" pitchFamily="34" charset="0"/>
              <a:buNone/>
              <a:defRPr sz="1400"/>
            </a:lvl2pPr>
            <a:lvl3pPr marL="742950" indent="-285750">
              <a:buFont typeface="Arial" panose="020B0604020202020204" pitchFamily="34" charset="0"/>
              <a:buNone/>
              <a:defRPr sz="1400"/>
            </a:lvl3pPr>
            <a:lvl4pPr marL="857250" indent="-171450">
              <a:buFont typeface="Arial" panose="020B0604020202020204" pitchFamily="34" charset="0"/>
              <a:buNone/>
              <a:defRPr sz="1400"/>
            </a:lvl4pPr>
            <a:lvl5pPr marL="1085850" indent="-17145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C346877B-7C99-D26C-DFEC-72A4289A8FAC}"/>
              </a:ext>
            </a:extLst>
          </p:cNvPr>
          <p:cNvSpPr>
            <a:spLocks noGrp="1"/>
          </p:cNvSpPr>
          <p:nvPr>
            <p:ph type="pic" sz="quarter" idx="15" hasCustomPrompt="1"/>
          </p:nvPr>
        </p:nvSpPr>
        <p:spPr>
          <a:xfrm>
            <a:off x="0" y="2938509"/>
            <a:ext cx="12192000" cy="3919491"/>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81685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2514600" cy="2918919"/>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514600" cy="338328"/>
          </a:xfrm>
        </p:spPr>
        <p:txBody>
          <a:bodyPr/>
          <a:lstStyle>
            <a:lvl1pPr>
              <a:defRPr>
                <a:solidFill>
                  <a:schemeClr val="tx1"/>
                </a:solidFill>
                <a:effectLst/>
              </a:defRPr>
            </a:lvl1pPr>
          </a:lstStyle>
          <a:p>
            <a:endParaRPr lang="en-US"/>
          </a:p>
        </p:txBody>
      </p:sp>
      <p:sp>
        <p:nvSpPr>
          <p:cNvPr id="9" name="Picture Placeholder 8">
            <a:extLst>
              <a:ext uri="{FF2B5EF4-FFF2-40B4-BE49-F238E27FC236}">
                <a16:creationId xmlns:a16="http://schemas.microsoft.com/office/drawing/2014/main" id="{1EB6A322-B3CC-9AE7-DB63-8B433811BD63}"/>
              </a:ext>
            </a:extLst>
          </p:cNvPr>
          <p:cNvSpPr>
            <a:spLocks noGrp="1"/>
          </p:cNvSpPr>
          <p:nvPr>
            <p:ph type="pic" sz="quarter" idx="15" hasCustomPrompt="1"/>
          </p:nvPr>
        </p:nvSpPr>
        <p:spPr>
          <a:xfrm>
            <a:off x="3423747" y="0"/>
            <a:ext cx="8768253" cy="3985719"/>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800" y="4077628"/>
            <a:ext cx="1920240"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4077628"/>
            <a:ext cx="555948" cy="338328"/>
          </a:xfrm>
        </p:spPr>
        <p:txBody>
          <a:bodyPr/>
          <a:lstStyle>
            <a:lvl1pPr>
              <a:defRPr>
                <a:solidFill>
                  <a:schemeClr val="tx1"/>
                </a:solidFill>
                <a:effectLst/>
              </a:defRPr>
            </a:lvl1p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3352800" y="4423576"/>
            <a:ext cx="8420100" cy="1824824"/>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7651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881339" y="1115568"/>
            <a:ext cx="5247577" cy="994131"/>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9456"/>
            <a:ext cx="2933700"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896579" y="209088"/>
            <a:ext cx="1844044" cy="338328"/>
          </a:xfrm>
        </p:spPr>
        <p:txBody>
          <a:bodyPr/>
          <a:lstStyle>
            <a:lvl1pPr>
              <a:defRPr>
                <a:solidFill>
                  <a:schemeClr val="tx1"/>
                </a:solidFill>
                <a:effectLst/>
              </a:defRPr>
            </a:lvl1p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34185" y="209088"/>
            <a:ext cx="555948" cy="338328"/>
          </a:xfrm>
        </p:spPr>
        <p:txBody>
          <a:bodyPr/>
          <a:lstStyle/>
          <a:p>
            <a:fld id="{148CC95F-0247-41B6-91CF-DC97C76A7088}" type="slidenum">
              <a:rPr lang="en-US" smtClean="0"/>
              <a:pPr/>
              <a:t>‹#›</a:t>
            </a:fld>
            <a:endParaRPr lang="en-US"/>
          </a:p>
        </p:txBody>
      </p:sp>
      <p:sp>
        <p:nvSpPr>
          <p:cNvPr id="4" name="Picture Placeholder 3">
            <a:extLst>
              <a:ext uri="{FF2B5EF4-FFF2-40B4-BE49-F238E27FC236}">
                <a16:creationId xmlns:a16="http://schemas.microsoft.com/office/drawing/2014/main" id="{F3BFBE8F-8803-50FD-04BC-3A247F9767CF}"/>
              </a:ext>
            </a:extLst>
          </p:cNvPr>
          <p:cNvSpPr>
            <a:spLocks noGrp="1"/>
          </p:cNvSpPr>
          <p:nvPr>
            <p:ph type="pic" sz="quarter" idx="15" hasCustomPrompt="1"/>
          </p:nvPr>
        </p:nvSpPr>
        <p:spPr>
          <a:xfrm>
            <a:off x="0" y="1181100"/>
            <a:ext cx="5247577" cy="567690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5881339" y="2133600"/>
            <a:ext cx="5247577" cy="41148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91145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6057" y="1115568"/>
            <a:ext cx="3607670" cy="3170545"/>
          </a:xfrm>
        </p:spPr>
        <p:txBody>
          <a:bodyPr anchor="t">
            <a:normAutofit/>
          </a:bodyPr>
          <a:lstStyle>
            <a:lvl1pPr>
              <a:defRPr sz="3000"/>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29768" y="214858"/>
            <a:ext cx="259710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45909" y="214858"/>
            <a:ext cx="1586711"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7610" y="214858"/>
            <a:ext cx="555948" cy="338328"/>
          </a:xfrm>
        </p:spPr>
        <p:txBody>
          <a:body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5909" y="1112672"/>
            <a:ext cx="6926991" cy="1967808"/>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21707E4-5122-AA3B-7CFC-6AF9C0BAC463}"/>
              </a:ext>
            </a:extLst>
          </p:cNvPr>
          <p:cNvSpPr>
            <a:spLocks noGrp="1"/>
          </p:cNvSpPr>
          <p:nvPr>
            <p:ph type="pic" sz="quarter" idx="15" hasCustomPrompt="1"/>
          </p:nvPr>
        </p:nvSpPr>
        <p:spPr>
          <a:xfrm>
            <a:off x="4903079" y="3500203"/>
            <a:ext cx="7288921" cy="3357797"/>
          </a:xfrm>
          <a:custGeom>
            <a:avLst/>
            <a:gdLst>
              <a:gd name="connsiteX0" fmla="*/ 0 w 7391400"/>
              <a:gd name="connsiteY0" fmla="*/ 0 h 3018269"/>
              <a:gd name="connsiteX1" fmla="*/ 7391400 w 7391400"/>
              <a:gd name="connsiteY1" fmla="*/ 0 h 3018269"/>
              <a:gd name="connsiteX2" fmla="*/ 7391400 w 7391400"/>
              <a:gd name="connsiteY2" fmla="*/ 3018269 h 3018269"/>
              <a:gd name="connsiteX3" fmla="*/ 0 w 7391400"/>
              <a:gd name="connsiteY3" fmla="*/ 3018269 h 3018269"/>
            </a:gdLst>
            <a:ahLst/>
            <a:cxnLst>
              <a:cxn ang="0">
                <a:pos x="connsiteX0" y="connsiteY0"/>
              </a:cxn>
              <a:cxn ang="0">
                <a:pos x="connsiteX1" y="connsiteY1"/>
              </a:cxn>
              <a:cxn ang="0">
                <a:pos x="connsiteX2" y="connsiteY2"/>
              </a:cxn>
              <a:cxn ang="0">
                <a:pos x="connsiteX3" y="connsiteY3"/>
              </a:cxn>
            </a:cxnLst>
            <a:rect l="l" t="t" r="r" b="b"/>
            <a:pathLst>
              <a:path w="7391400" h="3018269">
                <a:moveTo>
                  <a:pt x="0" y="0"/>
                </a:moveTo>
                <a:lnTo>
                  <a:pt x="7391400" y="0"/>
                </a:lnTo>
                <a:lnTo>
                  <a:pt x="7391400" y="3018269"/>
                </a:lnTo>
                <a:lnTo>
                  <a:pt x="0" y="3018269"/>
                </a:lnTo>
                <a:close/>
              </a:path>
            </a:pathLst>
          </a:custGeo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045430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2393" y="3429001"/>
            <a:ext cx="2501307" cy="2551982"/>
          </a:xfrm>
        </p:spPr>
        <p:txBody>
          <a:bodyPr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8402C8AD-A927-B946-5850-6500487D6883}"/>
              </a:ext>
            </a:extLst>
          </p:cNvPr>
          <p:cNvSpPr>
            <a:spLocks noGrp="1"/>
          </p:cNvSpPr>
          <p:nvPr>
            <p:ph type="pic" sz="quarter" idx="15" hasCustomPrompt="1"/>
          </p:nvPr>
        </p:nvSpPr>
        <p:spPr>
          <a:xfrm>
            <a:off x="0" y="1"/>
            <a:ext cx="12192000" cy="2705099"/>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865290"/>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352799" y="2865290"/>
            <a:ext cx="1967345"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1657" y="2865290"/>
            <a:ext cx="555948" cy="338328"/>
          </a:xfrm>
        </p:spPr>
        <p:txBody>
          <a:body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352800" y="3429000"/>
            <a:ext cx="8210204" cy="3009900"/>
          </a:xfrm>
        </p:spPr>
        <p:txBody>
          <a:bodyPr>
            <a:norm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6574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6230" y="1115568"/>
            <a:ext cx="3603256" cy="1409878"/>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838700" y="209088"/>
            <a:ext cx="2514600"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86019" y="219456"/>
            <a:ext cx="564341" cy="338328"/>
          </a:xfrm>
        </p:spPr>
        <p:txBody>
          <a:bodyPr/>
          <a:lstStyle>
            <a:lvl1pPr>
              <a:defRPr>
                <a:solidFill>
                  <a:schemeClr val="tx1"/>
                </a:solidFill>
                <a:effectLst/>
              </a:defRPr>
            </a:lvl1p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46230" y="2705100"/>
            <a:ext cx="3603256" cy="36957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183D1CED-EDC4-B2B7-E11C-EF0ED41A9136}"/>
              </a:ext>
            </a:extLst>
          </p:cNvPr>
          <p:cNvSpPr>
            <a:spLocks noGrp="1"/>
          </p:cNvSpPr>
          <p:nvPr>
            <p:ph type="pic" sz="quarter" idx="15" hasCustomPrompt="1"/>
          </p:nvPr>
        </p:nvSpPr>
        <p:spPr>
          <a:xfrm>
            <a:off x="4935269" y="1175658"/>
            <a:ext cx="7256731" cy="5682342"/>
          </a:xfrm>
          <a:blipFill>
            <a:blip r:embed="rId2" cstate="email">
              <a:alphaModFix amt="65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64671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4607626"/>
            <a:ext cx="4419600" cy="1640774"/>
          </a:xfrm>
        </p:spPr>
        <p:txBody>
          <a:bodyPr anchor="t"/>
          <a:lstStyle/>
          <a:p>
            <a:r>
              <a:rPr lang="en-US"/>
              <a:t>Click to edit Master title style</a:t>
            </a:r>
          </a:p>
        </p:txBody>
      </p:sp>
      <p:sp>
        <p:nvSpPr>
          <p:cNvPr id="4" name="Picture Placeholder 3">
            <a:extLst>
              <a:ext uri="{FF2B5EF4-FFF2-40B4-BE49-F238E27FC236}">
                <a16:creationId xmlns:a16="http://schemas.microsoft.com/office/drawing/2014/main" id="{04508209-B462-E74A-288F-8910B06DE3A1}"/>
              </a:ext>
            </a:extLst>
          </p:cNvPr>
          <p:cNvSpPr>
            <a:spLocks noGrp="1"/>
          </p:cNvSpPr>
          <p:nvPr>
            <p:ph type="pic" sz="quarter" idx="15" hasCustomPrompt="1"/>
          </p:nvPr>
        </p:nvSpPr>
        <p:spPr>
          <a:xfrm>
            <a:off x="1914" y="0"/>
            <a:ext cx="4836786" cy="4214191"/>
          </a:xfrm>
          <a:blipFill>
            <a:blip r:embed="rId2">
              <a:alphaModFix amt="60000"/>
            </a:blip>
            <a:stretch>
              <a:fillRect/>
            </a:stretch>
          </a:blipFill>
        </p:spPr>
        <p:txBody>
          <a:bodyPr/>
          <a:lstStyle>
            <a:lvl1pPr>
              <a:defRPr/>
            </a:lvl1pPr>
          </a:lstStyle>
          <a:p>
            <a:r>
              <a:rPr lang="en-US"/>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541275" y="20908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801100" y="214858"/>
            <a:ext cx="1905250" cy="338328"/>
          </a:xfrm>
        </p:spPr>
        <p:txBody>
          <a:bodyPr/>
          <a:lstStyle>
            <a:lvl1pPr>
              <a:defRPr>
                <a:solidFill>
                  <a:schemeClr val="tx1"/>
                </a:solidFill>
                <a:effectLst/>
              </a:defRPr>
            </a:lvl1p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41276" y="1104900"/>
            <a:ext cx="5750381" cy="5143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2206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3105335" cy="1636510"/>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32393" y="214858"/>
            <a:ext cx="2726376" cy="338328"/>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055522" y="214858"/>
            <a:ext cx="2536988" cy="338328"/>
          </a:xfrm>
        </p:spPr>
        <p:txBody>
          <a:body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292840" y="214858"/>
            <a:ext cx="555948" cy="338328"/>
          </a:xfrm>
        </p:spPr>
        <p:txBody>
          <a:bodyPr/>
          <a:lstStyle/>
          <a:p>
            <a:fld id="{148CC95F-0247-41B6-91CF-DC97C76A7088}" type="slidenum">
              <a:rPr lang="en-US" smtClean="0"/>
              <a:pPr/>
              <a:t>‹#›</a:t>
            </a:fld>
            <a:endParaRPr lang="en-US"/>
          </a:p>
        </p:txBody>
      </p:sp>
      <p:sp>
        <p:nvSpPr>
          <p:cNvPr id="4" name="Picture Placeholder 3">
            <a:extLst>
              <a:ext uri="{FF2B5EF4-FFF2-40B4-BE49-F238E27FC236}">
                <a16:creationId xmlns:a16="http://schemas.microsoft.com/office/drawing/2014/main" id="{EA8D0EC2-AB64-20F7-00E1-73B35DEAA2D7}"/>
              </a:ext>
            </a:extLst>
          </p:cNvPr>
          <p:cNvSpPr>
            <a:spLocks noGrp="1"/>
          </p:cNvSpPr>
          <p:nvPr>
            <p:ph type="pic" sz="quarter" idx="15" hasCustomPrompt="1"/>
          </p:nvPr>
        </p:nvSpPr>
        <p:spPr>
          <a:xfrm>
            <a:off x="1" y="3017520"/>
            <a:ext cx="3417902" cy="3840480"/>
          </a:xfrm>
          <a:blipFill>
            <a:blip r:embed="rId2">
              <a:alphaModFix amt="65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055522" y="1104901"/>
            <a:ext cx="7476571" cy="5333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14765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C26FEAF5-B987-7B83-7D1F-A4C535E2B000}"/>
              </a:ext>
            </a:extLst>
          </p:cNvPr>
          <p:cNvPicPr>
            <a:picLocks noChangeAspect="1"/>
          </p:cNvPicPr>
          <p:nvPr/>
        </p:nvPicPr>
        <p:blipFill>
          <a:blip r:embed="rId2">
            <a:extLst>
              <a:ext uri="{28A0092B-C50C-407E-A947-70E740481C1C}">
                <a14:useLocalDpi xmlns:a14="http://schemas.microsoft.com/office/drawing/2010/main" val="0"/>
              </a:ext>
            </a:extLst>
          </a:blip>
          <a:srcRect t="17701" r="5781"/>
          <a:stretch>
            <a:fillRect/>
          </a:stretch>
        </p:blipFill>
        <p:spPr>
          <a:xfrm rot="10800000" flipH="1">
            <a:off x="0" y="-1"/>
            <a:ext cx="12192000" cy="6864096"/>
          </a:xfrm>
          <a:prstGeom prst="rect">
            <a:avLst/>
          </a:prstGeom>
        </p:spPr>
      </p:pic>
      <p:sp>
        <p:nvSpPr>
          <p:cNvPr id="9" name="Title 8">
            <a:extLst>
              <a:ext uri="{FF2B5EF4-FFF2-40B4-BE49-F238E27FC236}">
                <a16:creationId xmlns:a16="http://schemas.microsoft.com/office/drawing/2014/main" id="{E9DD887D-B316-418B-8AF4-4F941223A039}"/>
              </a:ext>
            </a:extLst>
          </p:cNvPr>
          <p:cNvSpPr>
            <a:spLocks noGrp="1"/>
          </p:cNvSpPr>
          <p:nvPr>
            <p:ph type="title"/>
          </p:nvPr>
        </p:nvSpPr>
        <p:spPr>
          <a:xfrm>
            <a:off x="7772400" y="5082379"/>
            <a:ext cx="4000500" cy="1169230"/>
          </a:xfrm>
        </p:spPr>
        <p:txBody>
          <a:bodyPr anchor="b">
            <a:normAutofit/>
          </a:bodyPr>
          <a:lstStyle>
            <a:lvl1pPr>
              <a:defRPr sz="2000" spc="-50" baseline="0"/>
            </a:lvl1pPr>
          </a:lstStyle>
          <a:p>
            <a:r>
              <a:rPr lang="en-US"/>
              <a:t>Click to edit Master title style</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a:xfrm>
            <a:off x="7772400" y="209088"/>
            <a:ext cx="1970690"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12" name="Content Placeholder 11">
            <a:extLst>
              <a:ext uri="{FF2B5EF4-FFF2-40B4-BE49-F238E27FC236}">
                <a16:creationId xmlns:a16="http://schemas.microsoft.com/office/drawing/2014/main" id="{942D9118-C154-84FE-9D86-92525287F07F}"/>
              </a:ext>
            </a:extLst>
          </p:cNvPr>
          <p:cNvSpPr>
            <a:spLocks noGrp="1"/>
          </p:cNvSpPr>
          <p:nvPr>
            <p:ph sz="quarter" idx="14" hasCustomPrompt="1"/>
          </p:nvPr>
        </p:nvSpPr>
        <p:spPr>
          <a:xfrm>
            <a:off x="280988" y="1063625"/>
            <a:ext cx="10428287" cy="3508375"/>
          </a:xfrm>
        </p:spPr>
        <p:txBody>
          <a:bodyPr>
            <a:noAutofit/>
          </a:bodyPr>
          <a:lstStyle>
            <a:lvl1pPr>
              <a:lnSpc>
                <a:spcPct val="80000"/>
              </a:lnSpc>
              <a:defRPr sz="26000"/>
            </a:lvl1pPr>
          </a:lstStyle>
          <a:p>
            <a:pPr lvl="0"/>
            <a:r>
              <a:rPr lang="en-US"/>
              <a:t>XX%</a:t>
            </a:r>
          </a:p>
        </p:txBody>
      </p:sp>
    </p:spTree>
    <p:extLst>
      <p:ext uri="{BB962C8B-B14F-4D97-AF65-F5344CB8AC3E}">
        <p14:creationId xmlns:p14="http://schemas.microsoft.com/office/powerpoint/2010/main" val="38091305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pic>
        <p:nvPicPr>
          <p:cNvPr id="6" name="Picture 5" descr="A red and purple light&#10;&#10;AI-generated content may be incorrect.">
            <a:extLst>
              <a:ext uri="{FF2B5EF4-FFF2-40B4-BE49-F238E27FC236}">
                <a16:creationId xmlns:a16="http://schemas.microsoft.com/office/drawing/2014/main" id="{27A6C04A-3EE2-7293-8111-E4CF6B18B2D4}"/>
              </a:ext>
            </a:extLst>
          </p:cNvPr>
          <p:cNvPicPr>
            <a:picLocks noChangeAspect="1"/>
          </p:cNvPicPr>
          <p:nvPr/>
        </p:nvPicPr>
        <p:blipFill>
          <a:blip r:embed="rId2">
            <a:extLst>
              <a:ext uri="{28A0092B-C50C-407E-A947-70E740481C1C}">
                <a14:useLocalDpi xmlns:a14="http://schemas.microsoft.com/office/drawing/2010/main" val="0"/>
              </a:ext>
            </a:extLst>
          </a:blip>
          <a:srcRect l="7784" t="57458" r="22221" b="1"/>
          <a:stretch>
            <a:fillRect/>
          </a:stretch>
        </p:blipFill>
        <p:spPr>
          <a:xfrm rot="10800000">
            <a:off x="0" y="0"/>
            <a:ext cx="12192000" cy="4802819"/>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19099" y="2885606"/>
            <a:ext cx="8801101" cy="3553293"/>
          </a:xfrm>
        </p:spPr>
        <p:txBody>
          <a:bodyPr anchor="b">
            <a:normAutofit/>
          </a:bodyPr>
          <a:lstStyle>
            <a:lvl1pPr marL="0" indent="0">
              <a:lnSpc>
                <a:spcPct val="85000"/>
              </a:lnSpc>
              <a:buNone/>
              <a:defRPr sz="6000" b="0" spc="-50" baseline="0">
                <a:solidFill>
                  <a:schemeClr val="tx1"/>
                </a:solidFill>
              </a:defRPr>
            </a:lvl1pPr>
            <a:lvl2pPr marL="228600" indent="0">
              <a:lnSpc>
                <a:spcPct val="85000"/>
              </a:lnSpc>
              <a:buNone/>
              <a:defRPr sz="4400" b="0" spc="-50" baseline="0">
                <a:solidFill>
                  <a:schemeClr val="tx1"/>
                </a:solidFill>
              </a:defRPr>
            </a:lvl2pPr>
            <a:lvl3pPr marL="457200" indent="0">
              <a:lnSpc>
                <a:spcPct val="85000"/>
              </a:lnSpc>
              <a:buNone/>
              <a:defRPr sz="4000" b="0" spc="-50" baseline="0">
                <a:solidFill>
                  <a:schemeClr val="tx1"/>
                </a:solidFill>
              </a:defRPr>
            </a:lvl3pPr>
            <a:lvl4pPr marL="685800" indent="0">
              <a:lnSpc>
                <a:spcPct val="85000"/>
              </a:lnSpc>
              <a:buNone/>
              <a:defRPr sz="3600" b="0" spc="-50" baseline="0">
                <a:solidFill>
                  <a:schemeClr val="tx1"/>
                </a:solidFill>
              </a:defRPr>
            </a:lvl4pPr>
            <a:lvl5pPr marL="914400" indent="0">
              <a:lnSpc>
                <a:spcPct val="85000"/>
              </a:lnSpc>
              <a:buNone/>
              <a:defRPr sz="3200" b="0" spc="-50"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745990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6" name="Picture 5" descr="A close up of a colorful background&#10;&#10;AI-generated content may be incorrect.">
            <a:extLst>
              <a:ext uri="{FF2B5EF4-FFF2-40B4-BE49-F238E27FC236}">
                <a16:creationId xmlns:a16="http://schemas.microsoft.com/office/drawing/2014/main" id="{56ABB8EC-1098-DCAC-E2E3-BCA53EEC625D}"/>
              </a:ext>
            </a:extLst>
          </p:cNvPr>
          <p:cNvPicPr>
            <a:picLocks noChangeAspect="1"/>
          </p:cNvPicPr>
          <p:nvPr/>
        </p:nvPicPr>
        <p:blipFill>
          <a:blip r:embed="rId2">
            <a:extLst>
              <a:ext uri="{28A0092B-C50C-407E-A947-70E740481C1C}">
                <a14:useLocalDpi xmlns:a14="http://schemas.microsoft.com/office/drawing/2010/main" val="0"/>
              </a:ext>
            </a:extLst>
          </a:blip>
          <a:srcRect l="1291" t="22024" r="10011"/>
          <a:stretch>
            <a:fillRect/>
          </a:stretch>
        </p:blipFill>
        <p:spPr>
          <a:xfrm rot="10800000" flipH="1">
            <a:off x="0" y="0"/>
            <a:ext cx="12192000" cy="6864096"/>
          </a:xfrm>
          <a:prstGeom prst="rect">
            <a:avLst/>
          </a:prstGeom>
        </p:spPr>
      </p:pic>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866899" y="4874218"/>
            <a:ext cx="8506567" cy="666427"/>
          </a:xfrm>
        </p:spPr>
        <p:txBody>
          <a:bodyPr anchor="ctr">
            <a:normAutofit/>
          </a:bodyPr>
          <a:lstStyle>
            <a:lvl1pPr algn="r">
              <a:lnSpc>
                <a:spcPct val="90000"/>
              </a:lnSpc>
              <a:defRPr sz="1400" b="0" cap="all" spc="100" baseline="0">
                <a:solidFill>
                  <a:schemeClr val="tx1"/>
                </a:solidFill>
              </a:defRPr>
            </a:lvl1pPr>
          </a:lstStyle>
          <a:p>
            <a:r>
              <a:rPr lang="en-US"/>
              <a:t>Quote Author</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866899" y="1856096"/>
            <a:ext cx="8506567" cy="2855388"/>
          </a:xfrm>
        </p:spPr>
        <p:txBody>
          <a:bodyPr anchor="ctr">
            <a:normAutofit/>
          </a:bodyPr>
          <a:lstStyle>
            <a:lvl1pPr marL="164592" indent="-164592">
              <a:lnSpc>
                <a:spcPct val="90000"/>
              </a:lnSpc>
              <a:spcBef>
                <a:spcPts val="0"/>
              </a:spcBef>
              <a:buFont typeface="Arial" panose="020B0604020202020204" pitchFamily="34" charset="0"/>
              <a:buNone/>
              <a:defRPr sz="5000" spc="-50" baseline="0">
                <a:solidFill>
                  <a:schemeClr val="tx1"/>
                </a:solidFill>
              </a:defRPr>
            </a:lvl1pPr>
          </a:lstStyle>
          <a:p>
            <a:pPr lvl="0"/>
            <a:r>
              <a:rPr lang="en-US"/>
              <a:t>Click to add Quote</a:t>
            </a:r>
          </a:p>
        </p:txBody>
      </p:sp>
    </p:spTree>
    <p:extLst>
      <p:ext uri="{BB962C8B-B14F-4D97-AF65-F5344CB8AC3E}">
        <p14:creationId xmlns:p14="http://schemas.microsoft.com/office/powerpoint/2010/main" val="42903115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9100" y="1115568"/>
            <a:ext cx="8382000" cy="701657"/>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4" name="Content Placeholder 3">
            <a:extLst>
              <a:ext uri="{FF2B5EF4-FFF2-40B4-BE49-F238E27FC236}">
                <a16:creationId xmlns:a16="http://schemas.microsoft.com/office/drawing/2014/main" id="{704CA46A-141E-21AB-51BA-BA1F0F395708}"/>
              </a:ext>
            </a:extLst>
          </p:cNvPr>
          <p:cNvSpPr>
            <a:spLocks noGrp="1"/>
          </p:cNvSpPr>
          <p:nvPr>
            <p:ph sz="quarter" idx="15"/>
          </p:nvPr>
        </p:nvSpPr>
        <p:spPr>
          <a:xfrm>
            <a:off x="431800"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F8607D36-7013-02AC-69A9-8D38C5BBA7D0}"/>
              </a:ext>
            </a:extLst>
          </p:cNvPr>
          <p:cNvSpPr>
            <a:spLocks noGrp="1"/>
          </p:cNvSpPr>
          <p:nvPr>
            <p:ph sz="quarter" idx="16"/>
          </p:nvPr>
        </p:nvSpPr>
        <p:spPr>
          <a:xfrm>
            <a:off x="5878824" y="1900238"/>
            <a:ext cx="4924425" cy="43481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48535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18655" y="932098"/>
            <a:ext cx="10835539" cy="70408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8801100" y="214858"/>
            <a:ext cx="1920240" cy="338328"/>
          </a:xfrm>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18654" y="1675614"/>
            <a:ext cx="4913919"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1854769-C5D8-1BF0-C3A2-77216D6255DB}"/>
              </a:ext>
            </a:extLst>
          </p:cNvPr>
          <p:cNvSpPr>
            <a:spLocks noGrp="1"/>
          </p:cNvSpPr>
          <p:nvPr>
            <p:ph sz="quarter" idx="15"/>
          </p:nvPr>
        </p:nvSpPr>
        <p:spPr>
          <a:xfrm>
            <a:off x="431800" y="2285022"/>
            <a:ext cx="4900773"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500" y="1675614"/>
            <a:ext cx="4967694" cy="559834"/>
          </a:xfrm>
        </p:spPr>
        <p:txBody>
          <a:bodyPr anchor="b">
            <a:normAutofit/>
          </a:bodyPr>
          <a:lstStyle>
            <a:lvl1pPr marL="0" indent="0">
              <a:lnSpc>
                <a:spcPct val="90000"/>
              </a:lnSpc>
              <a:buNone/>
              <a:defRPr sz="1600" b="1"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B3527224-4234-3620-766D-DCCA3AFDF896}"/>
              </a:ext>
            </a:extLst>
          </p:cNvPr>
          <p:cNvSpPr>
            <a:spLocks noGrp="1"/>
          </p:cNvSpPr>
          <p:nvPr>
            <p:ph sz="quarter" idx="16"/>
          </p:nvPr>
        </p:nvSpPr>
        <p:spPr>
          <a:xfrm>
            <a:off x="6279401" y="2285022"/>
            <a:ext cx="4982762" cy="39633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08119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20791" y="1113510"/>
            <a:ext cx="8380309" cy="876193"/>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t>10/13/2026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t>‹#›</a:t>
            </a:fld>
            <a:endParaRPr lang="en-US"/>
          </a:p>
        </p:txBody>
      </p:sp>
    </p:spTree>
    <p:extLst>
      <p:ext uri="{BB962C8B-B14F-4D97-AF65-F5344CB8AC3E}">
        <p14:creationId xmlns:p14="http://schemas.microsoft.com/office/powerpoint/2010/main" val="121936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29898840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7" name="Picture 6" descr="A red and purple light&#10;&#10;AI-generated content may be incorrect.">
            <a:extLst>
              <a:ext uri="{FF2B5EF4-FFF2-40B4-BE49-F238E27FC236}">
                <a16:creationId xmlns:a16="http://schemas.microsoft.com/office/drawing/2014/main" id="{CC69B319-31FA-514C-5A82-30B4D1B20A23}"/>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2393" y="758952"/>
            <a:ext cx="7609668" cy="1734866"/>
          </a:xfrm>
        </p:spPr>
        <p:txBody>
          <a:bodyPr anchor="t">
            <a:noAutofit/>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19100" y="2705101"/>
            <a:ext cx="8801100" cy="2947550"/>
          </a:xfrm>
        </p:spPr>
        <p:txBody>
          <a:bodyPr vert="horz" lIns="91440" tIns="45720" rIns="91440" bIns="45720" rtlCol="0">
            <a:normAutofit/>
          </a:bodyPr>
          <a:lstStyle>
            <a:lvl1pPr>
              <a:defRPr lang="en-US" dirty="0">
                <a:solidFill>
                  <a:schemeClr val="tx1"/>
                </a:solidFill>
              </a:defRPr>
            </a:lvl1pPr>
            <a:lvl2pPr>
              <a:defRPr lang="en-US" dirty="0">
                <a:solidFill>
                  <a:schemeClr val="tx1"/>
                </a:solidFill>
              </a:defRPr>
            </a:lvl2pPr>
            <a:lvl3pPr>
              <a:defRPr lang="en-US" dirty="0">
                <a:solidFill>
                  <a:schemeClr val="tx1"/>
                </a:solidFill>
              </a:defRPr>
            </a:lvl3pPr>
            <a:lvl4pPr>
              <a:defRPr lang="en-US" dirty="0">
                <a:solidFill>
                  <a:schemeClr val="tx1"/>
                </a:solidFill>
              </a:defRPr>
            </a:lvl4pPr>
            <a:lvl5pPr>
              <a:defRPr lang="en-US" dirty="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29934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pic>
        <p:nvPicPr>
          <p:cNvPr id="3" name="Picture 2" descr="A red and purple light&#10;&#10;AI-generated content may be incorrect.">
            <a:extLst>
              <a:ext uri="{FF2B5EF4-FFF2-40B4-BE49-F238E27FC236}">
                <a16:creationId xmlns:a16="http://schemas.microsoft.com/office/drawing/2014/main" id="{86565871-9318-EC0D-5245-A159818CA83F}"/>
              </a:ext>
            </a:extLst>
          </p:cNvPr>
          <p:cNvPicPr>
            <a:picLocks noChangeAspect="1"/>
          </p:cNvPicPr>
          <p:nvPr/>
        </p:nvPicPr>
        <p:blipFill>
          <a:blip r:embed="rId2">
            <a:extLst>
              <a:ext uri="{28A0092B-C50C-407E-A947-70E740481C1C}">
                <a14:useLocalDpi xmlns:a14="http://schemas.microsoft.com/office/drawing/2010/main" val="0"/>
              </a:ext>
            </a:extLst>
          </a:blip>
          <a:srcRect r="7892"/>
          <a:stretch>
            <a:fillRect/>
          </a:stretch>
        </p:blipFill>
        <p:spPr>
          <a:xfrm flipH="1">
            <a:off x="-1" y="0"/>
            <a:ext cx="12191999" cy="6858000"/>
          </a:xfrm>
          <a:prstGeom prst="rect">
            <a:avLst/>
          </a:prstGeom>
        </p:spPr>
      </p:pic>
      <p:sp>
        <p:nvSpPr>
          <p:cNvPr id="9" name="Title 8">
            <a:extLst>
              <a:ext uri="{FF2B5EF4-FFF2-40B4-BE49-F238E27FC236}">
                <a16:creationId xmlns:a16="http://schemas.microsoft.com/office/drawing/2014/main" id="{687F1B09-5020-D2DD-189E-7226AD232923}"/>
              </a:ext>
            </a:extLst>
          </p:cNvPr>
          <p:cNvSpPr>
            <a:spLocks noGrp="1"/>
          </p:cNvSpPr>
          <p:nvPr>
            <p:ph type="title"/>
          </p:nvPr>
        </p:nvSpPr>
        <p:spPr>
          <a:xfrm>
            <a:off x="420792" y="2704772"/>
            <a:ext cx="5465660" cy="2733384"/>
          </a:xfrm>
        </p:spPr>
        <p:txBody>
          <a:bodyPr/>
          <a:lstStyle>
            <a:lvl1pPr>
              <a:defRPr sz="7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148CC95F-0247-41B6-91CF-DC97C76A7088}" type="slidenum">
              <a:rPr lang="en-US" smtClean="0"/>
              <a:pPr/>
              <a:t>‹#›</a:t>
            </a:fld>
            <a:endParaRPr lang="en-US"/>
          </a:p>
        </p:txBody>
      </p:sp>
      <p:sp>
        <p:nvSpPr>
          <p:cNvPr id="12" name="Content Placeholder 11">
            <a:extLst>
              <a:ext uri="{FF2B5EF4-FFF2-40B4-BE49-F238E27FC236}">
                <a16:creationId xmlns:a16="http://schemas.microsoft.com/office/drawing/2014/main" id="{8492B719-9068-0A96-E408-4EB3E9F85BE9}"/>
              </a:ext>
            </a:extLst>
          </p:cNvPr>
          <p:cNvSpPr>
            <a:spLocks noGrp="1"/>
          </p:cNvSpPr>
          <p:nvPr>
            <p:ph sz="quarter" idx="15"/>
          </p:nvPr>
        </p:nvSpPr>
        <p:spPr>
          <a:xfrm>
            <a:off x="6305550" y="2705100"/>
            <a:ext cx="4410075" cy="156210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7679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20791" y="1113510"/>
            <a:ext cx="9942409" cy="876193"/>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29417" y="2133600"/>
            <a:ext cx="9942409" cy="4305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432393" y="214858"/>
            <a:ext cx="2726376" cy="338328"/>
          </a:xfrm>
          <a:prstGeom prst="rect">
            <a:avLst/>
          </a:prstGeom>
        </p:spPr>
        <p:txBody>
          <a:bodyPr vert="horz" lIns="91440" tIns="45720" rIns="91440" bIns="45720" rtlCol="0" anchor="ctr"/>
          <a:lstStyle>
            <a:lvl1pPr algn="l" rtl="0">
              <a:defRPr sz="700" cap="all" baseline="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01100" y="214858"/>
            <a:ext cx="1920240" cy="338328"/>
          </a:xfrm>
          <a:prstGeom prst="rect">
            <a:avLst/>
          </a:prstGeom>
        </p:spPr>
        <p:txBody>
          <a:bodyPr vert="horz" lIns="91440" tIns="45720" rIns="91440" bIns="45720" rtlCol="0" anchor="ctr"/>
          <a:lstStyle>
            <a:lvl1pPr algn="l" rtl="0">
              <a:defRPr sz="700" cap="all" baseline="0">
                <a:solidFill>
                  <a:schemeClr val="tx1"/>
                </a:solidFill>
              </a:defRPr>
            </a:lvl1pPr>
          </a:lstStyle>
          <a:p>
            <a:fld id="{E80C50CD-E178-4744-9B35-B2F624D6C5E9}" type="datetimeFigureOut">
              <a:rPr lang="en-US" smtClean="0"/>
              <a:pPr/>
              <a:t>10/13/2026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291657" y="214858"/>
            <a:ext cx="555948" cy="338328"/>
          </a:xfrm>
          <a:prstGeom prst="rect">
            <a:avLst/>
          </a:prstGeom>
        </p:spPr>
        <p:txBody>
          <a:bodyPr vert="horz" lIns="91440" tIns="45720" rIns="91440" bIns="45720" rtlCol="0" anchor="ctr"/>
          <a:lstStyle>
            <a:lvl1pPr algn="r" rtl="0">
              <a:defRPr sz="700" cap="all" baseline="0">
                <a:solidFill>
                  <a:schemeClr val="tx1"/>
                </a:solidFill>
              </a:defRPr>
            </a:lvl1pPr>
          </a:lstStyle>
          <a:p>
            <a:fld id="{148CC95F-0247-41B6-91CF-DC97C76A7088}" type="slidenum">
              <a:rPr lang="en-US" smtClean="0"/>
              <a:pPr/>
              <a:t>‹#›</a:t>
            </a:fld>
            <a:endParaRPr lang="en-US"/>
          </a:p>
        </p:txBody>
      </p:sp>
    </p:spTree>
    <p:extLst>
      <p:ext uri="{BB962C8B-B14F-4D97-AF65-F5344CB8AC3E}">
        <p14:creationId xmlns:p14="http://schemas.microsoft.com/office/powerpoint/2010/main" val="3768101652"/>
      </p:ext>
    </p:extLst>
  </p:cSld>
  <p:clrMap bg1="dk1" tx1="lt1" bg2="dk2" tx2="lt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Lst>
  <p:txStyles>
    <p:titleStyle>
      <a:lvl1pPr algn="l" defTabSz="914400" rtl="0" eaLnBrk="1" latinLnBrk="0" hangingPunct="1">
        <a:lnSpc>
          <a:spcPct val="85000"/>
        </a:lnSpc>
        <a:spcBef>
          <a:spcPct val="0"/>
        </a:spcBef>
        <a:buNone/>
        <a:defRPr sz="3000" b="0" kern="1200" spc="-11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64">
          <p15:clr>
            <a:srgbClr val="F26B43"/>
          </p15:clr>
        </p15:guide>
        <p15:guide id="4" orient="horz" pos="264">
          <p15:clr>
            <a:srgbClr val="F26B43"/>
          </p15:clr>
        </p15:guide>
        <p15:guide id="5" pos="7416">
          <p15:clr>
            <a:srgbClr val="F26B43"/>
          </p15:clr>
        </p15:guide>
        <p15:guide id="12" pos="4632">
          <p15:clr>
            <a:srgbClr val="F26B43"/>
          </p15:clr>
        </p15:guide>
        <p15:guide id="13" pos="5544">
          <p15:clr>
            <a:srgbClr val="F26B43"/>
          </p15:clr>
        </p15:guide>
        <p15:guide id="26" pos="2784">
          <p15:clr>
            <a:srgbClr val="F26B43"/>
          </p15:clr>
        </p15:guide>
        <p15:guide id="27" pos="3048">
          <p15:clr>
            <a:srgbClr val="F26B43"/>
          </p15:clr>
        </p15:guide>
        <p15:guide id="29" pos="3960">
          <p15:clr>
            <a:srgbClr val="F26B43"/>
          </p15:clr>
        </p15:guide>
        <p15:guide id="30" pos="1176">
          <p15:clr>
            <a:srgbClr val="F26B43"/>
          </p15:clr>
        </p15:guide>
        <p15:guide id="31" pos="912">
          <p15:clr>
            <a:srgbClr val="F26B43"/>
          </p15:clr>
        </p15:guide>
        <p15:guide id="32" pos="3696">
          <p15:clr>
            <a:srgbClr val="F26B43"/>
          </p15:clr>
        </p15:guide>
        <p15:guide id="33" pos="1848">
          <p15:clr>
            <a:srgbClr val="F26B43"/>
          </p15:clr>
        </p15:guide>
        <p15:guide id="34" pos="2112">
          <p15:clr>
            <a:srgbClr val="F26B43"/>
          </p15:clr>
        </p15:guide>
        <p15:guide id="36" pos="6528">
          <p15:clr>
            <a:srgbClr val="F26B43"/>
          </p15:clr>
        </p15:guide>
        <p15:guide id="37" pos="6744">
          <p15:clr>
            <a:srgbClr val="F26B43"/>
          </p15:clr>
        </p15:guide>
        <p15:guide id="42" orient="horz" pos="393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hyperlink" Target="https://www.flickr.com/photos/ptica10/6697055189/" TargetMode="External"/><Relationship Id="rId2" Type="http://schemas.openxmlformats.org/officeDocument/2006/relationships/image" Target="../media/image18.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18FDA-CAA1-009A-0C95-9A8372F6D37D}"/>
              </a:ext>
            </a:extLst>
          </p:cNvPr>
          <p:cNvSpPr>
            <a:spLocks noGrp="1"/>
          </p:cNvSpPr>
          <p:nvPr>
            <p:ph type="ctrTitle"/>
          </p:nvPr>
        </p:nvSpPr>
        <p:spPr>
          <a:xfrm>
            <a:off x="4560848" y="1822699"/>
            <a:ext cx="5754927" cy="3779995"/>
          </a:xfrm>
        </p:spPr>
        <p:txBody>
          <a:bodyPr anchor="ctr">
            <a:normAutofit/>
          </a:bodyPr>
          <a:lstStyle/>
          <a:p>
            <a:r>
              <a:rPr lang="en-US">
                <a:solidFill>
                  <a:schemeClr val="tx1"/>
                </a:solidFill>
              </a:rPr>
              <a:t>Project ACE</a:t>
            </a:r>
          </a:p>
        </p:txBody>
      </p:sp>
      <p:sp>
        <p:nvSpPr>
          <p:cNvPr id="3" name="Subtitle 2">
            <a:extLst>
              <a:ext uri="{FF2B5EF4-FFF2-40B4-BE49-F238E27FC236}">
                <a16:creationId xmlns:a16="http://schemas.microsoft.com/office/drawing/2014/main" id="{6D82CDCB-6F03-8ECA-088C-684143300D73}"/>
              </a:ext>
            </a:extLst>
          </p:cNvPr>
          <p:cNvSpPr>
            <a:spLocks noGrp="1"/>
          </p:cNvSpPr>
          <p:nvPr>
            <p:ph type="subTitle" idx="1"/>
          </p:nvPr>
        </p:nvSpPr>
        <p:spPr>
          <a:xfrm>
            <a:off x="6927206" y="5596325"/>
            <a:ext cx="4145955" cy="1147054"/>
          </a:xfrm>
        </p:spPr>
        <p:txBody>
          <a:bodyPr anchor="t">
            <a:normAutofit/>
          </a:bodyPr>
          <a:lstStyle/>
          <a:p>
            <a:r>
              <a:rPr lang="en-US" sz="2000">
                <a:solidFill>
                  <a:schemeClr val="tx1">
                    <a:lumMod val="65000"/>
                  </a:schemeClr>
                </a:solidFill>
                <a:latin typeface="Berlin Sans FB"/>
              </a:rPr>
              <a:t>By Thomas, Mia, and Gabriel</a:t>
            </a:r>
          </a:p>
        </p:txBody>
      </p:sp>
      <p:pic>
        <p:nvPicPr>
          <p:cNvPr id="6" name="Picture 5" descr="Psychology PNG Images Transparent Free Download">
            <a:extLst>
              <a:ext uri="{FF2B5EF4-FFF2-40B4-BE49-F238E27FC236}">
                <a16:creationId xmlns:a16="http://schemas.microsoft.com/office/drawing/2014/main" id="{9397420D-78CC-1AAC-BEAD-46AE0351F7A8}"/>
              </a:ext>
            </a:extLst>
          </p:cNvPr>
          <p:cNvPicPr>
            <a:picLocks noChangeAspect="1"/>
          </p:cNvPicPr>
          <p:nvPr/>
        </p:nvPicPr>
        <p:blipFill>
          <a:blip r:embed="rId3"/>
          <a:stretch>
            <a:fillRect/>
          </a:stretch>
        </p:blipFill>
        <p:spPr>
          <a:xfrm>
            <a:off x="4741" y="346022"/>
            <a:ext cx="2743200" cy="2743200"/>
          </a:xfrm>
          <a:prstGeom prst="rect">
            <a:avLst/>
          </a:prstGeom>
        </p:spPr>
      </p:pic>
    </p:spTree>
    <p:extLst>
      <p:ext uri="{BB962C8B-B14F-4D97-AF65-F5344CB8AC3E}">
        <p14:creationId xmlns:p14="http://schemas.microsoft.com/office/powerpoint/2010/main" val="3530666506"/>
      </p:ext>
    </p:extLst>
  </p:cSld>
  <p:clrMapOvr>
    <a:overrideClrMapping bg1="dk1" tx1="lt1" bg2="dk2" tx2="lt2" accent1="accent1" accent2="accent2" accent3="accent3" accent4="accent4" accent5="accent5" accent6="accent6" hlink="hlink" folHlink="folHlink"/>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1A24313-9E5F-F0FE-DDBA-9BE36205A236}"/>
              </a:ext>
            </a:extLst>
          </p:cNvPr>
          <p:cNvSpPr txBox="1"/>
          <p:nvPr/>
        </p:nvSpPr>
        <p:spPr>
          <a:xfrm>
            <a:off x="4792133" y="2590800"/>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859C8486-088E-767E-2029-B8525EEC4908}"/>
              </a:ext>
            </a:extLst>
          </p:cNvPr>
          <p:cNvSpPr txBox="1"/>
          <p:nvPr/>
        </p:nvSpPr>
        <p:spPr>
          <a:xfrm>
            <a:off x="158750" y="465666"/>
            <a:ext cx="8648700" cy="769441"/>
          </a:xfrm>
          <a:prstGeom prst="rect">
            <a:avLst/>
          </a:prstGeom>
          <a:solidFill>
            <a:schemeClr val="accent2"/>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t>Presentation Structure</a:t>
            </a:r>
          </a:p>
        </p:txBody>
      </p:sp>
      <p:sp>
        <p:nvSpPr>
          <p:cNvPr id="8" name="TextBox 7">
            <a:extLst>
              <a:ext uri="{FF2B5EF4-FFF2-40B4-BE49-F238E27FC236}">
                <a16:creationId xmlns:a16="http://schemas.microsoft.com/office/drawing/2014/main" id="{7E025D22-FB0B-553C-4EF6-86D7B3224487}"/>
              </a:ext>
            </a:extLst>
          </p:cNvPr>
          <p:cNvSpPr txBox="1"/>
          <p:nvPr/>
        </p:nvSpPr>
        <p:spPr>
          <a:xfrm>
            <a:off x="232833" y="2190749"/>
            <a:ext cx="3988647" cy="58477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1. Data Introduction</a:t>
            </a:r>
          </a:p>
        </p:txBody>
      </p:sp>
      <p:sp>
        <p:nvSpPr>
          <p:cNvPr id="9" name="TextBox 8">
            <a:extLst>
              <a:ext uri="{FF2B5EF4-FFF2-40B4-BE49-F238E27FC236}">
                <a16:creationId xmlns:a16="http://schemas.microsoft.com/office/drawing/2014/main" id="{F2BFF1B7-F406-2229-DEA8-6CA48BC4B4CD}"/>
              </a:ext>
            </a:extLst>
          </p:cNvPr>
          <p:cNvSpPr txBox="1"/>
          <p:nvPr/>
        </p:nvSpPr>
        <p:spPr>
          <a:xfrm>
            <a:off x="232831" y="3426053"/>
            <a:ext cx="5865283" cy="58477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2. Descriptives and Variables</a:t>
            </a:r>
          </a:p>
        </p:txBody>
      </p:sp>
      <p:sp>
        <p:nvSpPr>
          <p:cNvPr id="10" name="TextBox 9">
            <a:extLst>
              <a:ext uri="{FF2B5EF4-FFF2-40B4-BE49-F238E27FC236}">
                <a16:creationId xmlns:a16="http://schemas.microsoft.com/office/drawing/2014/main" id="{9A8A1CAA-F2E0-2390-58E5-7B0C63131B5C}"/>
              </a:ext>
            </a:extLst>
          </p:cNvPr>
          <p:cNvSpPr txBox="1"/>
          <p:nvPr/>
        </p:nvSpPr>
        <p:spPr>
          <a:xfrm>
            <a:off x="215900" y="4661357"/>
            <a:ext cx="6358464" cy="58477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3: Research Questions: #1,#2,#3</a:t>
            </a:r>
          </a:p>
        </p:txBody>
      </p:sp>
      <p:sp>
        <p:nvSpPr>
          <p:cNvPr id="11" name="TextBox 10">
            <a:extLst>
              <a:ext uri="{FF2B5EF4-FFF2-40B4-BE49-F238E27FC236}">
                <a16:creationId xmlns:a16="http://schemas.microsoft.com/office/drawing/2014/main" id="{F98A1A30-EBDD-9FB7-99CD-E3FAF7E70095}"/>
              </a:ext>
            </a:extLst>
          </p:cNvPr>
          <p:cNvSpPr txBox="1"/>
          <p:nvPr/>
        </p:nvSpPr>
        <p:spPr>
          <a:xfrm>
            <a:off x="232831" y="5801607"/>
            <a:ext cx="2952329" cy="584775"/>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4: Discussion</a:t>
            </a:r>
          </a:p>
        </p:txBody>
      </p:sp>
      <p:pic>
        <p:nvPicPr>
          <p:cNvPr id="15" name="Picture 14" descr="Download Cognitive Psychology - Psychiatrist Png PNG Image with No  Background - PNGkey.com">
            <a:extLst>
              <a:ext uri="{FF2B5EF4-FFF2-40B4-BE49-F238E27FC236}">
                <a16:creationId xmlns:a16="http://schemas.microsoft.com/office/drawing/2014/main" id="{E245657C-B355-4B45-B0EE-B684F561D4AD}"/>
              </a:ext>
            </a:extLst>
          </p:cNvPr>
          <p:cNvPicPr>
            <a:picLocks noChangeAspect="1"/>
          </p:cNvPicPr>
          <p:nvPr/>
        </p:nvPicPr>
        <p:blipFill>
          <a:blip r:embed="rId2"/>
          <a:stretch>
            <a:fillRect/>
          </a:stretch>
        </p:blipFill>
        <p:spPr>
          <a:xfrm>
            <a:off x="9232901" y="3238689"/>
            <a:ext cx="2743199" cy="3619122"/>
          </a:xfrm>
          <a:prstGeom prst="rect">
            <a:avLst/>
          </a:prstGeom>
        </p:spPr>
      </p:pic>
    </p:spTree>
    <p:extLst>
      <p:ext uri="{BB962C8B-B14F-4D97-AF65-F5344CB8AC3E}">
        <p14:creationId xmlns:p14="http://schemas.microsoft.com/office/powerpoint/2010/main" val="307718634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B6C6AD3-595E-A740-32AB-457F4A707DD7}"/>
              </a:ext>
            </a:extLst>
          </p:cNvPr>
          <p:cNvSpPr txBox="1"/>
          <p:nvPr/>
        </p:nvSpPr>
        <p:spPr>
          <a:xfrm>
            <a:off x="265640" y="523566"/>
            <a:ext cx="11530119" cy="769441"/>
          </a:xfrm>
          <a:prstGeom prst="rect">
            <a:avLst/>
          </a:prstGeom>
          <a:solidFill>
            <a:schemeClr val="accent2"/>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4400"/>
              <a:t>Dataset &amp; Participants Overview</a:t>
            </a:r>
          </a:p>
        </p:txBody>
      </p:sp>
      <p:sp>
        <p:nvSpPr>
          <p:cNvPr id="8" name="TextBox 7">
            <a:extLst>
              <a:ext uri="{FF2B5EF4-FFF2-40B4-BE49-F238E27FC236}">
                <a16:creationId xmlns:a16="http://schemas.microsoft.com/office/drawing/2014/main" id="{76C2AE19-6629-1DD8-6849-716DA8D29C03}"/>
              </a:ext>
            </a:extLst>
          </p:cNvPr>
          <p:cNvSpPr txBox="1"/>
          <p:nvPr/>
        </p:nvSpPr>
        <p:spPr>
          <a:xfrm>
            <a:off x="681144" y="1717221"/>
            <a:ext cx="3704166" cy="369332"/>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Wingdings"/>
              <a:buChar char="v"/>
            </a:pPr>
            <a:r>
              <a:rPr lang="en-US">
                <a:ea typeface="+mn-lt"/>
                <a:cs typeface="+mn-lt"/>
              </a:rPr>
              <a:t>Source</a:t>
            </a:r>
            <a:endParaRPr lang="en-US"/>
          </a:p>
        </p:txBody>
      </p:sp>
      <p:sp>
        <p:nvSpPr>
          <p:cNvPr id="9" name="TextBox 8">
            <a:extLst>
              <a:ext uri="{FF2B5EF4-FFF2-40B4-BE49-F238E27FC236}">
                <a16:creationId xmlns:a16="http://schemas.microsoft.com/office/drawing/2014/main" id="{32E003F5-80A7-4847-825E-4E6E61C58B75}"/>
              </a:ext>
            </a:extLst>
          </p:cNvPr>
          <p:cNvSpPr txBox="1"/>
          <p:nvPr/>
        </p:nvSpPr>
        <p:spPr>
          <a:xfrm>
            <a:off x="265640" y="2389549"/>
            <a:ext cx="4770120" cy="12904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ea typeface="+mn-lt"/>
                <a:cs typeface="+mn-lt"/>
              </a:rPr>
              <a:t>Pre-registered multi-lab non-replication of the action-sentence compatibility effect (ACE) (Morey et al., 2022)</a:t>
            </a:r>
          </a:p>
        </p:txBody>
      </p:sp>
      <p:sp>
        <p:nvSpPr>
          <p:cNvPr id="10" name="TextBox 9">
            <a:extLst>
              <a:ext uri="{FF2B5EF4-FFF2-40B4-BE49-F238E27FC236}">
                <a16:creationId xmlns:a16="http://schemas.microsoft.com/office/drawing/2014/main" id="{8407D441-11C3-BE3E-430B-1F37B0A4B7D0}"/>
              </a:ext>
            </a:extLst>
          </p:cNvPr>
          <p:cNvSpPr txBox="1"/>
          <p:nvPr/>
        </p:nvSpPr>
        <p:spPr>
          <a:xfrm>
            <a:off x="681144" y="4248052"/>
            <a:ext cx="3704166" cy="369332"/>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Wingdings"/>
              <a:buChar char="v"/>
            </a:pPr>
            <a:r>
              <a:rPr lang="en-US"/>
              <a:t>Participants </a:t>
            </a:r>
          </a:p>
        </p:txBody>
      </p:sp>
      <p:sp>
        <p:nvSpPr>
          <p:cNvPr id="11" name="TextBox 10">
            <a:extLst>
              <a:ext uri="{FF2B5EF4-FFF2-40B4-BE49-F238E27FC236}">
                <a16:creationId xmlns:a16="http://schemas.microsoft.com/office/drawing/2014/main" id="{19ACC7ED-97F1-EF74-34E5-9C26BDB84112}"/>
              </a:ext>
            </a:extLst>
          </p:cNvPr>
          <p:cNvSpPr txBox="1"/>
          <p:nvPr/>
        </p:nvSpPr>
        <p:spPr>
          <a:xfrm>
            <a:off x="239607" y="4990906"/>
            <a:ext cx="489204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sz="2000" b="1"/>
              <a:t>N = 1,278 </a:t>
            </a:r>
            <a:r>
              <a:rPr lang="en-US"/>
              <a:t>right-handed undergraduates</a:t>
            </a:r>
          </a:p>
          <a:p>
            <a:pPr marL="285750" indent="-285750">
              <a:lnSpc>
                <a:spcPct val="150000"/>
              </a:lnSpc>
              <a:buFont typeface="Arial"/>
              <a:buChar char="•"/>
            </a:pPr>
            <a:r>
              <a:rPr lang="en-US"/>
              <a:t>36,099 trials</a:t>
            </a:r>
          </a:p>
          <a:p>
            <a:pPr marL="285750" indent="-285750">
              <a:lnSpc>
                <a:spcPct val="150000"/>
              </a:lnSpc>
              <a:buFont typeface="Arial"/>
              <a:buChar char="•"/>
            </a:pPr>
            <a:r>
              <a:rPr lang="en-US"/>
              <a:t>From </a:t>
            </a:r>
            <a:r>
              <a:rPr lang="en-US" sz="2000" b="1"/>
              <a:t>18 labs </a:t>
            </a:r>
            <a:r>
              <a:rPr lang="en-US"/>
              <a:t>(12 native-English labs, n = 903; 6 bilingual labs, n = 375</a:t>
            </a:r>
            <a:r>
              <a:rPr lang="en-US">
                <a:ea typeface="+mn-lt"/>
                <a:cs typeface="+mn-lt"/>
              </a:rPr>
              <a:t>)</a:t>
            </a:r>
            <a:endParaRPr lang="en-US"/>
          </a:p>
          <a:p>
            <a:pPr marL="285750" indent="-285750">
              <a:buFont typeface="Arial"/>
              <a:buChar char="•"/>
            </a:pPr>
            <a:endParaRPr lang="en-US"/>
          </a:p>
        </p:txBody>
      </p:sp>
      <p:sp>
        <p:nvSpPr>
          <p:cNvPr id="12" name="TextBox 11">
            <a:extLst>
              <a:ext uri="{FF2B5EF4-FFF2-40B4-BE49-F238E27FC236}">
                <a16:creationId xmlns:a16="http://schemas.microsoft.com/office/drawing/2014/main" id="{0B9C1995-FBE4-D526-84CE-3D51D6C16499}"/>
              </a:ext>
            </a:extLst>
          </p:cNvPr>
          <p:cNvSpPr txBox="1"/>
          <p:nvPr/>
        </p:nvSpPr>
        <p:spPr>
          <a:xfrm>
            <a:off x="7059507" y="1717221"/>
            <a:ext cx="3704166" cy="369332"/>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Wingdings"/>
              <a:buChar char="v"/>
            </a:pPr>
            <a:r>
              <a:rPr lang="en-US"/>
              <a:t>Task</a:t>
            </a:r>
          </a:p>
        </p:txBody>
      </p:sp>
      <p:sp>
        <p:nvSpPr>
          <p:cNvPr id="15" name="TextBox 14">
            <a:extLst>
              <a:ext uri="{FF2B5EF4-FFF2-40B4-BE49-F238E27FC236}">
                <a16:creationId xmlns:a16="http://schemas.microsoft.com/office/drawing/2014/main" id="{F685851F-FBCA-4922-6B66-2F63800F322B}"/>
              </a:ext>
            </a:extLst>
          </p:cNvPr>
          <p:cNvSpPr txBox="1"/>
          <p:nvPr/>
        </p:nvSpPr>
        <p:spPr>
          <a:xfrm>
            <a:off x="7852833" y="3862916"/>
            <a:ext cx="27432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200">
              <a:solidFill>
                <a:srgbClr val="000000"/>
              </a:solidFill>
              <a:highlight>
                <a:srgbClr val="FFFFFF"/>
              </a:highlight>
              <a:latin typeface="Open Sans"/>
              <a:ea typeface="Open Sans"/>
              <a:cs typeface="Open Sans"/>
            </a:endParaRPr>
          </a:p>
        </p:txBody>
      </p:sp>
      <p:sp>
        <p:nvSpPr>
          <p:cNvPr id="16" name="TextBox 15">
            <a:extLst>
              <a:ext uri="{FF2B5EF4-FFF2-40B4-BE49-F238E27FC236}">
                <a16:creationId xmlns:a16="http://schemas.microsoft.com/office/drawing/2014/main" id="{DFD51A1F-B376-F36D-75BD-10D5C12A4AA4}"/>
              </a:ext>
            </a:extLst>
          </p:cNvPr>
          <p:cNvSpPr txBox="1"/>
          <p:nvPr/>
        </p:nvSpPr>
        <p:spPr>
          <a:xfrm>
            <a:off x="6465993" y="2389549"/>
            <a:ext cx="5516880" cy="34140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
              <a:buChar char="•"/>
            </a:pPr>
            <a:r>
              <a:rPr lang="en-US"/>
              <a:t>Participants heard sentences describing movement toward or away from the body, released the START key, then moved to a response key</a:t>
            </a:r>
          </a:p>
          <a:p>
            <a:pPr marL="285750" indent="-285750">
              <a:lnSpc>
                <a:spcPct val="150000"/>
              </a:lnSpc>
              <a:buFont typeface="Arial"/>
              <a:buChar char="•"/>
            </a:pPr>
            <a:endParaRPr lang="en-US"/>
          </a:p>
          <a:p>
            <a:pPr marL="285750" indent="-285750">
              <a:lnSpc>
                <a:spcPct val="150000"/>
              </a:lnSpc>
              <a:buFont typeface="Arial"/>
              <a:buChar char="•"/>
            </a:pPr>
            <a:r>
              <a:rPr lang="en-US" sz="2000" b="1"/>
              <a:t>ACE: </a:t>
            </a:r>
            <a:r>
              <a:rPr lang="en-US"/>
              <a:t>The idea that people respond faster when the direction of their response matches the direction of motion described in a sentence</a:t>
            </a:r>
          </a:p>
        </p:txBody>
      </p:sp>
    </p:spTree>
    <p:extLst>
      <p:ext uri="{BB962C8B-B14F-4D97-AF65-F5344CB8AC3E}">
        <p14:creationId xmlns:p14="http://schemas.microsoft.com/office/powerpoint/2010/main" val="333415154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86E31-685D-9D32-7FA8-CE3452A5A258}"/>
              </a:ext>
            </a:extLst>
          </p:cNvPr>
          <p:cNvSpPr>
            <a:spLocks noGrp="1"/>
          </p:cNvSpPr>
          <p:nvPr>
            <p:ph type="title"/>
          </p:nvPr>
        </p:nvSpPr>
        <p:spPr>
          <a:xfrm>
            <a:off x="920763" y="194337"/>
            <a:ext cx="9942409" cy="603085"/>
          </a:xfrm>
          <a:solidFill>
            <a:schemeClr val="accent2"/>
          </a:solidFill>
        </p:spPr>
        <p:txBody>
          <a:bodyPr>
            <a:normAutofit fontScale="90000"/>
          </a:bodyPr>
          <a:lstStyle/>
          <a:p>
            <a:pPr algn="ctr"/>
            <a:r>
              <a:rPr lang="en-US" sz="4400">
                <a:ea typeface="+mj-lt"/>
                <a:cs typeface="+mj-lt"/>
              </a:rPr>
              <a:t>Descriptives and Variables</a:t>
            </a:r>
            <a:endParaRPr lang="en-US" sz="4400"/>
          </a:p>
        </p:txBody>
      </p:sp>
      <p:graphicFrame>
        <p:nvGraphicFramePr>
          <p:cNvPr id="4" name="Table 3">
            <a:extLst>
              <a:ext uri="{FF2B5EF4-FFF2-40B4-BE49-F238E27FC236}">
                <a16:creationId xmlns:a16="http://schemas.microsoft.com/office/drawing/2014/main" id="{FAFA6D02-1500-2CA4-F8AE-39998BEDB396}"/>
              </a:ext>
            </a:extLst>
          </p:cNvPr>
          <p:cNvGraphicFramePr>
            <a:graphicFrameLocks noGrp="1"/>
          </p:cNvGraphicFramePr>
          <p:nvPr>
            <p:extLst>
              <p:ext uri="{D42A27DB-BD31-4B8C-83A1-F6EECF244321}">
                <p14:modId xmlns:p14="http://schemas.microsoft.com/office/powerpoint/2010/main" val="3862671695"/>
              </p:ext>
            </p:extLst>
          </p:nvPr>
        </p:nvGraphicFramePr>
        <p:xfrm>
          <a:off x="139812" y="1163748"/>
          <a:ext cx="8013588" cy="3256115"/>
        </p:xfrm>
        <a:graphic>
          <a:graphicData uri="http://schemas.openxmlformats.org/drawingml/2006/table">
            <a:tbl>
              <a:tblPr firstRow="1" bandRow="1">
                <a:tableStyleId>{5C22544A-7EE6-4342-B048-85BDC9FD1C3A}</a:tableStyleId>
              </a:tblPr>
              <a:tblGrid>
                <a:gridCol w="1826148">
                  <a:extLst>
                    <a:ext uri="{9D8B030D-6E8A-4147-A177-3AD203B41FA5}">
                      <a16:colId xmlns:a16="http://schemas.microsoft.com/office/drawing/2014/main" val="3729987427"/>
                    </a:ext>
                  </a:extLst>
                </a:gridCol>
                <a:gridCol w="1127760">
                  <a:extLst>
                    <a:ext uri="{9D8B030D-6E8A-4147-A177-3AD203B41FA5}">
                      <a16:colId xmlns:a16="http://schemas.microsoft.com/office/drawing/2014/main" val="2554100726"/>
                    </a:ext>
                  </a:extLst>
                </a:gridCol>
                <a:gridCol w="1036320">
                  <a:extLst>
                    <a:ext uri="{9D8B030D-6E8A-4147-A177-3AD203B41FA5}">
                      <a16:colId xmlns:a16="http://schemas.microsoft.com/office/drawing/2014/main" val="3910681405"/>
                    </a:ext>
                  </a:extLst>
                </a:gridCol>
                <a:gridCol w="1295400">
                  <a:extLst>
                    <a:ext uri="{9D8B030D-6E8A-4147-A177-3AD203B41FA5}">
                      <a16:colId xmlns:a16="http://schemas.microsoft.com/office/drawing/2014/main" val="2905352793"/>
                    </a:ext>
                  </a:extLst>
                </a:gridCol>
                <a:gridCol w="1371600">
                  <a:extLst>
                    <a:ext uri="{9D8B030D-6E8A-4147-A177-3AD203B41FA5}">
                      <a16:colId xmlns:a16="http://schemas.microsoft.com/office/drawing/2014/main" val="3505080488"/>
                    </a:ext>
                  </a:extLst>
                </a:gridCol>
                <a:gridCol w="1356360">
                  <a:extLst>
                    <a:ext uri="{9D8B030D-6E8A-4147-A177-3AD203B41FA5}">
                      <a16:colId xmlns:a16="http://schemas.microsoft.com/office/drawing/2014/main" val="4035080894"/>
                    </a:ext>
                  </a:extLst>
                </a:gridCol>
              </a:tblGrid>
              <a:tr h="572272">
                <a:tc>
                  <a:txBody>
                    <a:bodyPr/>
                    <a:lstStyle/>
                    <a:p>
                      <a:pPr marL="0" fontAlgn="base">
                        <a:buNone/>
                      </a:pPr>
                      <a:r>
                        <a:rPr lang="en-US" sz="1800" b="1">
                          <a:solidFill>
                            <a:srgbClr val="F9EFEC"/>
                          </a:solidFill>
                          <a:effectLst/>
                          <a:latin typeface="Neue Haas Grotesk Text Pro" panose="020B0504020202020204" pitchFamily="34" charset="0"/>
                        </a:rPr>
                        <a:t>Variable</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tc>
                  <a:txBody>
                    <a:bodyPr/>
                    <a:lstStyle/>
                    <a:p>
                      <a:pPr marL="0" fontAlgn="base">
                        <a:buNone/>
                      </a:pPr>
                      <a:r>
                        <a:rPr lang="en-US" sz="1800" b="1">
                          <a:solidFill>
                            <a:srgbClr val="F9EFEC"/>
                          </a:solidFill>
                          <a:effectLst/>
                          <a:latin typeface="Neue Haas Grotesk Text Pro" panose="020B0504020202020204" pitchFamily="34" charset="0"/>
                        </a:rPr>
                        <a:t>Mean (M)</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tc>
                  <a:txBody>
                    <a:bodyPr/>
                    <a:lstStyle/>
                    <a:p>
                      <a:pPr marL="0" fontAlgn="base">
                        <a:buNone/>
                      </a:pPr>
                      <a:r>
                        <a:rPr lang="en-US" sz="1800" b="1">
                          <a:solidFill>
                            <a:srgbClr val="F9EFEC"/>
                          </a:solidFill>
                          <a:effectLst/>
                          <a:latin typeface="Neue Haas Grotesk Text Pro" panose="020B0504020202020204" pitchFamily="34" charset="0"/>
                        </a:rPr>
                        <a:t>Median (MDN)</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tc>
                  <a:txBody>
                    <a:bodyPr/>
                    <a:lstStyle/>
                    <a:p>
                      <a:pPr marL="0" fontAlgn="base">
                        <a:buNone/>
                      </a:pPr>
                      <a:r>
                        <a:rPr lang="en-US" sz="1800" b="1">
                          <a:solidFill>
                            <a:srgbClr val="F9EFEC"/>
                          </a:solidFill>
                          <a:effectLst/>
                          <a:latin typeface="Neue Haas Grotesk Text Pro" panose="020B0504020202020204" pitchFamily="34" charset="0"/>
                        </a:rPr>
                        <a:t>Standard Deviation (SD)</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tc>
                  <a:txBody>
                    <a:bodyPr/>
                    <a:lstStyle/>
                    <a:p>
                      <a:pPr marL="0" fontAlgn="base">
                        <a:buNone/>
                      </a:pPr>
                      <a:r>
                        <a:rPr lang="en-US" sz="1800" b="1">
                          <a:solidFill>
                            <a:srgbClr val="F9EFEC"/>
                          </a:solidFill>
                          <a:effectLst/>
                          <a:latin typeface="Neue Haas Grotesk Text Pro" panose="020B0504020202020204" pitchFamily="34" charset="0"/>
                        </a:rPr>
                        <a:t>Minimum</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tc>
                  <a:txBody>
                    <a:bodyPr/>
                    <a:lstStyle/>
                    <a:p>
                      <a:pPr marL="0" fontAlgn="base">
                        <a:buNone/>
                      </a:pPr>
                      <a:r>
                        <a:rPr lang="en-US" sz="1800" b="1">
                          <a:solidFill>
                            <a:srgbClr val="F9EFEC"/>
                          </a:solidFill>
                          <a:effectLst/>
                          <a:latin typeface="Neue Haas Grotesk Text Pro" panose="020B0504020202020204" pitchFamily="34" charset="0"/>
                        </a:rPr>
                        <a:t>Maximum</a:t>
                      </a:r>
                      <a:endParaRPr lang="en-US" b="1">
                        <a:solidFill>
                          <a:srgbClr val="FFFFFF"/>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29051"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420498956"/>
                  </a:ext>
                </a:extLst>
              </a:tr>
              <a:tr h="837948">
                <a:tc>
                  <a:txBody>
                    <a:bodyPr/>
                    <a:lstStyle/>
                    <a:p>
                      <a:pPr marL="0" fontAlgn="base">
                        <a:buNone/>
                      </a:pPr>
                      <a:r>
                        <a:rPr lang="en-US" sz="1800" b="1">
                          <a:solidFill>
                            <a:schemeClr val="bg1"/>
                          </a:solidFill>
                          <a:effectLst/>
                          <a:latin typeface="Neue Haas Grotesk Text Pro" panose="020B0504020202020204" pitchFamily="34" charset="0"/>
                        </a:rPr>
                        <a:t>Lift-Off Latency</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1,963 </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1,902</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363</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1,010</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4929</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29051"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560164079"/>
                  </a:ext>
                </a:extLst>
              </a:tr>
              <a:tr h="716280">
                <a:tc>
                  <a:txBody>
                    <a:bodyPr/>
                    <a:lstStyle/>
                    <a:p>
                      <a:pPr marL="0" fontAlgn="base">
                        <a:buNone/>
                      </a:pPr>
                      <a:r>
                        <a:rPr lang="en-US" b="1">
                          <a:solidFill>
                            <a:schemeClr val="bg1"/>
                          </a:solidFill>
                          <a:effectLst/>
                          <a:latin typeface="Segoe UI" panose="020B0502040204020203" pitchFamily="34" charset="0"/>
                        </a:rPr>
                        <a:t>Sentence Duration</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1,552 </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1,523</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241</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1,002</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2184</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95130216"/>
                  </a:ext>
                </a:extLst>
              </a:tr>
              <a:tr h="787487">
                <a:tc>
                  <a:txBody>
                    <a:bodyPr/>
                    <a:lstStyle/>
                    <a:p>
                      <a:pPr marL="0" fontAlgn="base">
                        <a:buNone/>
                      </a:pPr>
                      <a:r>
                        <a:rPr lang="en-US" sz="1800" b="1">
                          <a:solidFill>
                            <a:schemeClr val="bg1"/>
                          </a:solidFill>
                          <a:effectLst/>
                          <a:latin typeface="Neue Haas Grotesk Text Pro" panose="020B0504020202020204" pitchFamily="34" charset="0"/>
                        </a:rPr>
                        <a:t>Move Time</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336 </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318</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b="1">
                          <a:solidFill>
                            <a:schemeClr val="bg1"/>
                          </a:solidFill>
                          <a:effectLst/>
                          <a:latin typeface="Segoe UI" panose="020B0502040204020203" pitchFamily="34" charset="0"/>
                        </a:rPr>
                        <a:t>115</a:t>
                      </a: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101</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tc>
                  <a:txBody>
                    <a:bodyPr/>
                    <a:lstStyle/>
                    <a:p>
                      <a:pPr marL="0" fontAlgn="base">
                        <a:buNone/>
                      </a:pPr>
                      <a:r>
                        <a:rPr lang="en-US" sz="1800" b="1">
                          <a:solidFill>
                            <a:schemeClr val="bg1"/>
                          </a:solidFill>
                          <a:effectLst/>
                          <a:latin typeface="Neue Haas Grotesk Text Pro" panose="020B0504020202020204" pitchFamily="34" charset="0"/>
                        </a:rPr>
                        <a:t>1978</a:t>
                      </a:r>
                      <a:endParaRPr lang="en-US">
                        <a:solidFill>
                          <a:schemeClr val="bg1"/>
                        </a:solidFill>
                        <a:effectLst/>
                        <a:latin typeface="Segoe UI" panose="020B0502040204020203" pitchFamily="34" charset="0"/>
                      </a:endParaRPr>
                    </a:p>
                  </a:txBody>
                  <a:tcPr>
                    <a:lnL w="9677" cap="flat" cmpd="sng" algn="ctr">
                      <a:solidFill>
                        <a:srgbClr val="FFFFFF"/>
                      </a:solidFill>
                      <a:prstDash val="solid"/>
                      <a:round/>
                      <a:headEnd type="none" w="med" len="med"/>
                      <a:tailEnd type="none" w="med" len="med"/>
                    </a:lnL>
                    <a:lnR w="9677" cap="flat" cmpd="sng" algn="ctr">
                      <a:solidFill>
                        <a:srgbClr val="FFFFFF"/>
                      </a:solidFill>
                      <a:prstDash val="solid"/>
                      <a:round/>
                      <a:headEnd type="none" w="med" len="med"/>
                      <a:tailEnd type="none" w="med" len="med"/>
                    </a:lnR>
                    <a:lnT w="9677" cap="flat" cmpd="sng" algn="ctr">
                      <a:solidFill>
                        <a:srgbClr val="FFFFFF"/>
                      </a:solidFill>
                      <a:prstDash val="solid"/>
                      <a:round/>
                      <a:headEnd type="none" w="med" len="med"/>
                      <a:tailEnd type="none" w="med" len="med"/>
                    </a:lnT>
                    <a:lnB w="9677"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2390754585"/>
                  </a:ext>
                </a:extLst>
              </a:tr>
            </a:tbl>
          </a:graphicData>
        </a:graphic>
      </p:graphicFrame>
      <p:sp>
        <p:nvSpPr>
          <p:cNvPr id="19" name="TextBox 18">
            <a:extLst>
              <a:ext uri="{FF2B5EF4-FFF2-40B4-BE49-F238E27FC236}">
                <a16:creationId xmlns:a16="http://schemas.microsoft.com/office/drawing/2014/main" id="{8AB25CF4-B785-6E80-FD26-89D771717463}"/>
              </a:ext>
            </a:extLst>
          </p:cNvPr>
          <p:cNvSpPr txBox="1"/>
          <p:nvPr/>
        </p:nvSpPr>
        <p:spPr>
          <a:xfrm>
            <a:off x="2410642" y="4577281"/>
            <a:ext cx="3801533" cy="369332"/>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v"/>
            </a:pPr>
            <a:r>
              <a:rPr lang="en-US">
                <a:ea typeface="+mn-lt"/>
                <a:cs typeface="+mn-lt"/>
              </a:rPr>
              <a:t>Key Variables Used in Analyses</a:t>
            </a:r>
            <a:endParaRPr lang="en-US"/>
          </a:p>
        </p:txBody>
      </p:sp>
      <p:sp>
        <p:nvSpPr>
          <p:cNvPr id="21" name="TextBox 20">
            <a:extLst>
              <a:ext uri="{FF2B5EF4-FFF2-40B4-BE49-F238E27FC236}">
                <a16:creationId xmlns:a16="http://schemas.microsoft.com/office/drawing/2014/main" id="{DB3B1070-C383-5C35-5908-E380F3E474B2}"/>
              </a:ext>
            </a:extLst>
          </p:cNvPr>
          <p:cNvSpPr txBox="1"/>
          <p:nvPr/>
        </p:nvSpPr>
        <p:spPr>
          <a:xfrm>
            <a:off x="947533" y="4990513"/>
            <a:ext cx="7205867" cy="1673150"/>
          </a:xfrm>
          <a:prstGeom prst="rect">
            <a:avLst/>
          </a:prstGeom>
          <a:noFill/>
        </p:spPr>
        <p:txBody>
          <a:bodyPr wrap="square" rtlCol="0">
            <a:spAutoFit/>
          </a:bodyPr>
          <a:lstStyle/>
          <a:p>
            <a:pPr>
              <a:lnSpc>
                <a:spcPct val="200000"/>
              </a:lnSpc>
            </a:pPr>
            <a:r>
              <a:rPr lang="en-US" b="1"/>
              <a:t>Lift-Off Latency: </a:t>
            </a:r>
            <a:r>
              <a:rPr lang="en-US"/>
              <a:t>sentence onset             START key release (</a:t>
            </a:r>
            <a:r>
              <a:rPr lang="en-US" err="1"/>
              <a:t>ms</a:t>
            </a:r>
            <a:r>
              <a:rPr lang="en-US"/>
              <a:t>)</a:t>
            </a:r>
          </a:p>
          <a:p>
            <a:pPr>
              <a:lnSpc>
                <a:spcPct val="200000"/>
              </a:lnSpc>
            </a:pPr>
            <a:r>
              <a:rPr lang="en-US" b="1"/>
              <a:t>Move Time: </a:t>
            </a:r>
            <a:r>
              <a:rPr lang="en-US"/>
              <a:t>START key release             response key press (</a:t>
            </a:r>
            <a:r>
              <a:rPr lang="en-US" err="1"/>
              <a:t>ms</a:t>
            </a:r>
            <a:r>
              <a:rPr lang="en-US"/>
              <a:t>)</a:t>
            </a:r>
          </a:p>
          <a:p>
            <a:pPr>
              <a:lnSpc>
                <a:spcPct val="200000"/>
              </a:lnSpc>
            </a:pPr>
            <a:r>
              <a:rPr lang="en-US" b="1"/>
              <a:t>Sentence Duration: </a:t>
            </a:r>
            <a:r>
              <a:rPr lang="en-US"/>
              <a:t>length of the spoken sentence audio (</a:t>
            </a:r>
            <a:r>
              <a:rPr lang="en-US" err="1"/>
              <a:t>ms</a:t>
            </a:r>
            <a:r>
              <a:rPr lang="en-US"/>
              <a:t>)</a:t>
            </a:r>
          </a:p>
        </p:txBody>
      </p:sp>
      <p:sp>
        <p:nvSpPr>
          <p:cNvPr id="27" name="Arrow: Right 26">
            <a:extLst>
              <a:ext uri="{FF2B5EF4-FFF2-40B4-BE49-F238E27FC236}">
                <a16:creationId xmlns:a16="http://schemas.microsoft.com/office/drawing/2014/main" id="{088BC9E1-2EE5-5181-5E7B-DA83B54D31F8}"/>
              </a:ext>
            </a:extLst>
          </p:cNvPr>
          <p:cNvSpPr/>
          <p:nvPr/>
        </p:nvSpPr>
        <p:spPr>
          <a:xfrm>
            <a:off x="4692610" y="5219200"/>
            <a:ext cx="590335" cy="3127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BF79C9F5-DF14-082D-D729-D30AE58338E7}"/>
              </a:ext>
            </a:extLst>
          </p:cNvPr>
          <p:cNvSpPr/>
          <p:nvPr/>
        </p:nvSpPr>
        <p:spPr>
          <a:xfrm>
            <a:off x="4514759" y="5747816"/>
            <a:ext cx="590335" cy="3127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7FBB38E5-45DD-B695-19DD-D74C6CD5F494}"/>
              </a:ext>
            </a:extLst>
          </p:cNvPr>
          <p:cNvSpPr txBox="1"/>
          <p:nvPr/>
        </p:nvSpPr>
        <p:spPr>
          <a:xfrm>
            <a:off x="8348022" y="1163748"/>
            <a:ext cx="3704166" cy="369332"/>
          </a:xfrm>
          <a:prstGeom prst="rect">
            <a:avLst/>
          </a:prstGeom>
          <a:noFill/>
          <a:ln>
            <a:solidFill>
              <a:schemeClr val="accent6"/>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ctr">
              <a:buFont typeface="Wingdings"/>
              <a:buChar char="v"/>
            </a:pPr>
            <a:r>
              <a:rPr lang="en-US"/>
              <a:t>Exclusions</a:t>
            </a:r>
          </a:p>
        </p:txBody>
      </p:sp>
      <p:sp>
        <p:nvSpPr>
          <p:cNvPr id="37" name="TextBox 36">
            <a:extLst>
              <a:ext uri="{FF2B5EF4-FFF2-40B4-BE49-F238E27FC236}">
                <a16:creationId xmlns:a16="http://schemas.microsoft.com/office/drawing/2014/main" id="{8525407C-94A0-0535-51D3-71E7E43D9BCA}"/>
              </a:ext>
            </a:extLst>
          </p:cNvPr>
          <p:cNvSpPr txBox="1"/>
          <p:nvPr/>
        </p:nvSpPr>
        <p:spPr>
          <a:xfrm>
            <a:off x="8293212" y="1655975"/>
            <a:ext cx="3898788" cy="3139321"/>
          </a:xfrm>
          <a:prstGeom prst="rect">
            <a:avLst/>
          </a:prstGeom>
          <a:noFill/>
        </p:spPr>
        <p:txBody>
          <a:bodyPr wrap="square">
            <a:spAutoFit/>
          </a:bodyPr>
          <a:lstStyle/>
          <a:p>
            <a:pPr marL="285750" indent="-285750">
              <a:buFont typeface="Arial" panose="020B0604020202020204" pitchFamily="34" charset="0"/>
              <a:buChar char="•"/>
            </a:pPr>
            <a:r>
              <a:rPr lang="en-US" sz="1800"/>
              <a:t>Left-handed participants</a:t>
            </a:r>
          </a:p>
          <a:p>
            <a:endParaRPr lang="en-US" sz="1800"/>
          </a:p>
          <a:p>
            <a:pPr marL="285750" indent="-285750">
              <a:buFont typeface="Arial" panose="020B0604020202020204" pitchFamily="34" charset="0"/>
              <a:buChar char="•"/>
            </a:pPr>
            <a:r>
              <a:rPr lang="en-US" sz="1800"/>
              <a:t>Participants that scored below 75% accuracy</a:t>
            </a:r>
            <a:endParaRPr lang="en-US"/>
          </a:p>
          <a:p>
            <a:endParaRPr lang="en-US" sz="1800"/>
          </a:p>
          <a:p>
            <a:pPr marL="285750" indent="-285750">
              <a:buFont typeface="Arial" panose="020B0604020202020204" pitchFamily="34" charset="0"/>
              <a:buChar char="•"/>
            </a:pPr>
            <a:r>
              <a:rPr lang="en-US" sz="1800"/>
              <a:t>low-proficiency non-native speakers. </a:t>
            </a:r>
          </a:p>
          <a:p>
            <a:endParaRPr lang="en-US" sz="1800"/>
          </a:p>
          <a:p>
            <a:pPr marL="285750" indent="-285750">
              <a:buFont typeface="Arial" panose="020B0604020202020204" pitchFamily="34" charset="0"/>
              <a:buChar char="•"/>
            </a:pPr>
            <a:r>
              <a:rPr lang="en-US" sz="1800"/>
              <a:t>Trials with lift-off latency under 1,000 </a:t>
            </a:r>
            <a:r>
              <a:rPr lang="en-US" sz="1800" err="1"/>
              <a:t>ms</a:t>
            </a:r>
            <a:r>
              <a:rPr lang="en-US" sz="1800"/>
              <a:t> or move time under 100 or over 2,000 </a:t>
            </a:r>
            <a:r>
              <a:rPr lang="en-US" sz="1800" err="1"/>
              <a:t>ms.</a:t>
            </a:r>
            <a:r>
              <a:rPr lang="en-US" sz="1800"/>
              <a:t> </a:t>
            </a:r>
          </a:p>
        </p:txBody>
      </p:sp>
      <p:sp>
        <p:nvSpPr>
          <p:cNvPr id="38" name="TextBox 37">
            <a:extLst>
              <a:ext uri="{FF2B5EF4-FFF2-40B4-BE49-F238E27FC236}">
                <a16:creationId xmlns:a16="http://schemas.microsoft.com/office/drawing/2014/main" id="{82C98549-B622-5FA8-0790-B69C7A113F2F}"/>
              </a:ext>
            </a:extLst>
          </p:cNvPr>
          <p:cNvSpPr txBox="1"/>
          <p:nvPr/>
        </p:nvSpPr>
        <p:spPr>
          <a:xfrm>
            <a:off x="139812" y="4531438"/>
            <a:ext cx="1798890" cy="276999"/>
          </a:xfrm>
          <a:prstGeom prst="rect">
            <a:avLst/>
          </a:prstGeom>
          <a:noFill/>
        </p:spPr>
        <p:txBody>
          <a:bodyPr wrap="none" rtlCol="0">
            <a:spAutoFit/>
          </a:bodyPr>
          <a:lstStyle/>
          <a:p>
            <a:r>
              <a:rPr lang="en-US" sz="1200" i="1"/>
              <a:t>Note. N </a:t>
            </a:r>
            <a:r>
              <a:rPr lang="en-US" sz="1200"/>
              <a:t>= 36,099 trials</a:t>
            </a:r>
            <a:endParaRPr lang="en-US" sz="1200" i="1"/>
          </a:p>
        </p:txBody>
      </p:sp>
    </p:spTree>
    <p:extLst>
      <p:ext uri="{BB962C8B-B14F-4D97-AF65-F5344CB8AC3E}">
        <p14:creationId xmlns:p14="http://schemas.microsoft.com/office/powerpoint/2010/main" val="2438932041"/>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C8CFE-9436-E0B8-C4E6-1BE53F5A6C74}"/>
              </a:ext>
            </a:extLst>
          </p:cNvPr>
          <p:cNvSpPr>
            <a:spLocks noGrp="1"/>
          </p:cNvSpPr>
          <p:nvPr>
            <p:ph type="title"/>
          </p:nvPr>
        </p:nvSpPr>
        <p:spPr>
          <a:xfrm>
            <a:off x="213512" y="274319"/>
            <a:ext cx="8115549" cy="850943"/>
          </a:xfrm>
          <a:solidFill>
            <a:schemeClr val="accent2"/>
          </a:solidFill>
        </p:spPr>
        <p:txBody>
          <a:bodyPr>
            <a:normAutofit fontScale="90000"/>
          </a:bodyPr>
          <a:lstStyle/>
          <a:p>
            <a:r>
              <a:rPr lang="en-US"/>
              <a:t>RQ1: How strongly does lift-off latency scale with the duration of the spoken sentence, one-to-one or less?</a:t>
            </a:r>
          </a:p>
        </p:txBody>
      </p:sp>
      <p:sp>
        <p:nvSpPr>
          <p:cNvPr id="9" name="TextBox 8">
            <a:extLst>
              <a:ext uri="{FF2B5EF4-FFF2-40B4-BE49-F238E27FC236}">
                <a16:creationId xmlns:a16="http://schemas.microsoft.com/office/drawing/2014/main" id="{0A65DA8F-DEDB-9299-CCDF-10069A9C56BA}"/>
              </a:ext>
            </a:extLst>
          </p:cNvPr>
          <p:cNvSpPr txBox="1"/>
          <p:nvPr/>
        </p:nvSpPr>
        <p:spPr>
          <a:xfrm>
            <a:off x="888425" y="1517469"/>
            <a:ext cx="8115549" cy="4847481"/>
          </a:xfrm>
          <a:prstGeom prst="rect">
            <a:avLst/>
          </a:prstGeom>
          <a:noFill/>
        </p:spPr>
        <p:txBody>
          <a:bodyPr wrap="square" rtlCol="0">
            <a:spAutoFit/>
          </a:bodyPr>
          <a:lstStyle/>
          <a:p>
            <a:pPr>
              <a:lnSpc>
                <a:spcPct val="150000"/>
              </a:lnSpc>
            </a:pPr>
            <a:r>
              <a:rPr lang="en-US" sz="2400"/>
              <a:t>Hypotheses:</a:t>
            </a:r>
          </a:p>
          <a:p>
            <a:pPr>
              <a:lnSpc>
                <a:spcPct val="150000"/>
              </a:lnSpc>
            </a:pPr>
            <a:endParaRPr lang="en-US" sz="2400"/>
          </a:p>
          <a:p>
            <a:pPr>
              <a:lnSpc>
                <a:spcPct val="150000"/>
              </a:lnSpc>
            </a:pPr>
            <a:r>
              <a:rPr lang="en-US" b="1"/>
              <a:t>H₀: </a:t>
            </a:r>
            <a:r>
              <a:rPr lang="el-GR" b="1"/>
              <a:t>β</a:t>
            </a:r>
            <a:r>
              <a:rPr lang="en-US" b="1"/>
              <a:t> = 1 vs. H₁: </a:t>
            </a:r>
            <a:r>
              <a:rPr lang="el-GR" b="1"/>
              <a:t>β</a:t>
            </a:r>
            <a:r>
              <a:rPr lang="en-US" b="1"/>
              <a:t> &lt; 1</a:t>
            </a:r>
          </a:p>
          <a:p>
            <a:pPr>
              <a:lnSpc>
                <a:spcPct val="150000"/>
              </a:lnSpc>
            </a:pPr>
            <a:r>
              <a:rPr lang="en-US"/>
              <a:t>Note: </a:t>
            </a:r>
            <a:r>
              <a:rPr lang="el-GR"/>
              <a:t>β</a:t>
            </a:r>
            <a:r>
              <a:rPr lang="en-US"/>
              <a:t> is the population slope in </a:t>
            </a:r>
            <a:r>
              <a:rPr lang="en-US" err="1"/>
              <a:t>ms</a:t>
            </a:r>
            <a:r>
              <a:rPr lang="en-US"/>
              <a:t> per </a:t>
            </a:r>
            <a:r>
              <a:rPr lang="en-US" err="1"/>
              <a:t>ms.</a:t>
            </a:r>
            <a:endParaRPr lang="en-US"/>
          </a:p>
          <a:p>
            <a:pPr>
              <a:lnSpc>
                <a:spcPct val="150000"/>
              </a:lnSpc>
            </a:pPr>
            <a:endParaRPr lang="en-US"/>
          </a:p>
          <a:p>
            <a:r>
              <a:rPr lang="en-US" sz="2400"/>
              <a:t>Prediction: </a:t>
            </a:r>
          </a:p>
          <a:p>
            <a:endParaRPr lang="en-US" sz="2400"/>
          </a:p>
          <a:p>
            <a:r>
              <a:rPr lang="en-US"/>
              <a:t>Lift-off latency will scale less than one-to-one with sentence duration.</a:t>
            </a:r>
          </a:p>
          <a:p>
            <a:endParaRPr lang="en-US"/>
          </a:p>
          <a:p>
            <a:pPr marL="285750" indent="-285750">
              <a:buFont typeface="Arial" panose="020B0604020202020204" pitchFamily="34" charset="0"/>
              <a:buChar char="•"/>
            </a:pPr>
            <a:r>
              <a:rPr lang="en-US"/>
              <a:t>Listeners anticipate the sentence’s ending, so longer sentences don’t delay responses fully.</a:t>
            </a:r>
          </a:p>
          <a:p>
            <a:endParaRPr lang="en-US"/>
          </a:p>
          <a:p>
            <a:pPr marL="285750" indent="-285750">
              <a:buFont typeface="Arial" panose="020B0604020202020204" pitchFamily="34" charset="0"/>
              <a:buChar char="•"/>
            </a:pPr>
            <a:r>
              <a:rPr lang="en-US"/>
              <a:t>97.2% of responses came after the sentence ended. </a:t>
            </a:r>
          </a:p>
        </p:txBody>
      </p:sp>
    </p:spTree>
    <p:extLst>
      <p:ext uri="{BB962C8B-B14F-4D97-AF65-F5344CB8AC3E}">
        <p14:creationId xmlns:p14="http://schemas.microsoft.com/office/powerpoint/2010/main" val="354715350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7107-AC62-4B2A-338A-916D176D69CA}"/>
              </a:ext>
            </a:extLst>
          </p:cNvPr>
          <p:cNvSpPr>
            <a:spLocks noGrp="1"/>
          </p:cNvSpPr>
          <p:nvPr>
            <p:ph type="title"/>
          </p:nvPr>
        </p:nvSpPr>
        <p:spPr>
          <a:xfrm>
            <a:off x="144531" y="122042"/>
            <a:ext cx="5378267" cy="601488"/>
          </a:xfrm>
          <a:solidFill>
            <a:schemeClr val="accent2"/>
          </a:solidFill>
        </p:spPr>
        <p:txBody>
          <a:bodyPr/>
          <a:lstStyle/>
          <a:p>
            <a:r>
              <a:rPr lang="en-US"/>
              <a:t>RQ1 – Analysis and Results</a:t>
            </a:r>
          </a:p>
        </p:txBody>
      </p:sp>
      <p:sp>
        <p:nvSpPr>
          <p:cNvPr id="3" name="Content Placeholder 2">
            <a:extLst>
              <a:ext uri="{FF2B5EF4-FFF2-40B4-BE49-F238E27FC236}">
                <a16:creationId xmlns:a16="http://schemas.microsoft.com/office/drawing/2014/main" id="{79EF031D-E2F9-5C48-7BF2-4EA6EF1E55E7}"/>
              </a:ext>
            </a:extLst>
          </p:cNvPr>
          <p:cNvSpPr>
            <a:spLocks noGrp="1"/>
          </p:cNvSpPr>
          <p:nvPr>
            <p:ph idx="1"/>
          </p:nvPr>
        </p:nvSpPr>
        <p:spPr>
          <a:xfrm>
            <a:off x="144531" y="993456"/>
            <a:ext cx="5951469" cy="5468182"/>
          </a:xfrm>
        </p:spPr>
        <p:txBody>
          <a:bodyPr>
            <a:normAutofit fontScale="92500" lnSpcReduction="10000"/>
          </a:bodyPr>
          <a:lstStyle/>
          <a:p>
            <a:r>
              <a:rPr lang="en-US" sz="2400"/>
              <a:t>Analysis: </a:t>
            </a:r>
          </a:p>
          <a:p>
            <a:pPr marL="285750" indent="-285750">
              <a:buFont typeface="Arial" panose="020B0604020202020204" pitchFamily="34" charset="0"/>
              <a:buChar char="•"/>
            </a:pPr>
            <a:r>
              <a:rPr lang="en-US" sz="1800" b="1"/>
              <a:t>Simple linear regression </a:t>
            </a:r>
            <a:r>
              <a:rPr lang="en-US" sz="1800"/>
              <a:t>of lift-off latency on sentence duration, </a:t>
            </a:r>
            <a:r>
              <a:rPr lang="el-GR" sz="1800"/>
              <a:t>α</a:t>
            </a:r>
            <a:r>
              <a:rPr lang="en-US" sz="1800"/>
              <a:t> = .05 (slope tested against 1)</a:t>
            </a:r>
          </a:p>
          <a:p>
            <a:pPr marL="285750" indent="-285750">
              <a:buFont typeface="Arial" panose="020B0604020202020204" pitchFamily="34" charset="0"/>
              <a:buChar char="•"/>
            </a:pPr>
            <a:r>
              <a:rPr lang="en-US" sz="1800"/>
              <a:t>Regression gives slope in </a:t>
            </a:r>
            <a:r>
              <a:rPr lang="en-US" sz="1800" err="1"/>
              <a:t>ms</a:t>
            </a:r>
            <a:r>
              <a:rPr lang="en-US" sz="1800"/>
              <a:t> per </a:t>
            </a:r>
            <a:r>
              <a:rPr lang="en-US" sz="1800" err="1"/>
              <a:t>ms</a:t>
            </a:r>
            <a:r>
              <a:rPr lang="en-US" sz="1800"/>
              <a:t>, so it can be tested against 1</a:t>
            </a:r>
          </a:p>
          <a:p>
            <a:r>
              <a:rPr lang="en-US" sz="2400"/>
              <a:t>Results:</a:t>
            </a:r>
          </a:p>
          <a:p>
            <a:r>
              <a:rPr lang="en-US" sz="1800"/>
              <a:t>Lift-off Latency increased with sentence duration, but less than one-to-one</a:t>
            </a:r>
          </a:p>
          <a:p>
            <a:pPr marL="285750" indent="-285750">
              <a:buFont typeface="Arial" panose="020B0604020202020204" pitchFamily="34" charset="0"/>
              <a:buChar char="•"/>
            </a:pPr>
            <a:r>
              <a:rPr lang="en-US" sz="1800" i="1"/>
              <a:t>b </a:t>
            </a:r>
            <a:r>
              <a:rPr lang="en-US" sz="1800"/>
              <a:t>= 0.741, SE = 0.007, 95% CI [0.727, 0.754], </a:t>
            </a:r>
            <a:r>
              <a:rPr lang="en-US" sz="1800" i="1"/>
              <a:t>R² </a:t>
            </a:r>
            <a:r>
              <a:rPr lang="en-US" sz="1800"/>
              <a:t>= .24</a:t>
            </a:r>
          </a:p>
          <a:p>
            <a:pPr marL="285750" indent="-285750">
              <a:buFont typeface="Arial" panose="020B0604020202020204" pitchFamily="34" charset="0"/>
              <a:buChar char="•"/>
            </a:pPr>
            <a:r>
              <a:rPr lang="en-US" sz="1800"/>
              <a:t>Test against 1: </a:t>
            </a:r>
            <a:r>
              <a:rPr lang="en-US" sz="1800" i="1"/>
              <a:t>t</a:t>
            </a:r>
            <a:r>
              <a:rPr lang="en-US" sz="1800"/>
              <a:t>(36,097) = -37.62, </a:t>
            </a:r>
            <a:r>
              <a:rPr lang="en-US" sz="1800" i="1"/>
              <a:t>p</a:t>
            </a:r>
            <a:r>
              <a:rPr lang="en-US" sz="1800"/>
              <a:t> &lt; .001 (one-tailed)</a:t>
            </a:r>
          </a:p>
          <a:p>
            <a:r>
              <a:rPr lang="en-US" sz="2400"/>
              <a:t>Takeaway:</a:t>
            </a:r>
          </a:p>
          <a:p>
            <a:pPr marL="285750" indent="-285750">
              <a:buFont typeface="Arial" panose="020B0604020202020204" pitchFamily="34" charset="0"/>
              <a:buChar char="•"/>
            </a:pPr>
            <a:r>
              <a:rPr lang="en-US" sz="1800"/>
              <a:t>The slope is reliably below 1, so we reject H₀ (</a:t>
            </a:r>
            <a:r>
              <a:rPr lang="el-GR" sz="1800"/>
              <a:t>β</a:t>
            </a:r>
            <a:r>
              <a:rPr lang="en-US" sz="1800"/>
              <a:t> = 1)</a:t>
            </a:r>
          </a:p>
          <a:p>
            <a:pPr marL="285750" indent="-285750">
              <a:buFont typeface="Arial" panose="020B0604020202020204" pitchFamily="34" charset="0"/>
              <a:buChar char="•"/>
            </a:pPr>
            <a:r>
              <a:rPr lang="en-US" sz="1800"/>
              <a:t>Each extra </a:t>
            </a:r>
            <a:r>
              <a:rPr lang="en-US" sz="1800" err="1"/>
              <a:t>ms</a:t>
            </a:r>
            <a:r>
              <a:rPr lang="en-US" sz="1800"/>
              <a:t> of sentence duration was associated with about 0.74 </a:t>
            </a:r>
            <a:r>
              <a:rPr lang="en-US" sz="1800" err="1"/>
              <a:t>ms</a:t>
            </a:r>
            <a:r>
              <a:rPr lang="en-US" sz="1800"/>
              <a:t> of additional lift-off latency</a:t>
            </a:r>
          </a:p>
        </p:txBody>
      </p:sp>
      <p:pic>
        <p:nvPicPr>
          <p:cNvPr id="5" name="Graphic 4">
            <a:extLst>
              <a:ext uri="{FF2B5EF4-FFF2-40B4-BE49-F238E27FC236}">
                <a16:creationId xmlns:a16="http://schemas.microsoft.com/office/drawing/2014/main" id="{08A4CD0D-5ABC-9BAE-866A-E30CAA0B6A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096000" y="1211580"/>
            <a:ext cx="5913120" cy="4434840"/>
          </a:xfrm>
          <a:prstGeom prst="rect">
            <a:avLst/>
          </a:prstGeom>
        </p:spPr>
      </p:pic>
      <p:sp>
        <p:nvSpPr>
          <p:cNvPr id="6" name="TextBox 5">
            <a:extLst>
              <a:ext uri="{FF2B5EF4-FFF2-40B4-BE49-F238E27FC236}">
                <a16:creationId xmlns:a16="http://schemas.microsoft.com/office/drawing/2014/main" id="{132B2782-F708-1805-6770-E5F29747BC8D}"/>
              </a:ext>
            </a:extLst>
          </p:cNvPr>
          <p:cNvSpPr txBox="1"/>
          <p:nvPr/>
        </p:nvSpPr>
        <p:spPr>
          <a:xfrm>
            <a:off x="6096000" y="723530"/>
            <a:ext cx="5913120" cy="369332"/>
          </a:xfrm>
          <a:prstGeom prst="rect">
            <a:avLst/>
          </a:prstGeom>
          <a:noFill/>
        </p:spPr>
        <p:txBody>
          <a:bodyPr wrap="square" rtlCol="0">
            <a:spAutoFit/>
          </a:bodyPr>
          <a:lstStyle/>
          <a:p>
            <a:r>
              <a:rPr lang="en-US" i="1"/>
              <a:t>Lift-Off Latency as a Function of Sentence Duration</a:t>
            </a:r>
          </a:p>
        </p:txBody>
      </p:sp>
      <p:sp>
        <p:nvSpPr>
          <p:cNvPr id="7" name="TextBox 6">
            <a:extLst>
              <a:ext uri="{FF2B5EF4-FFF2-40B4-BE49-F238E27FC236}">
                <a16:creationId xmlns:a16="http://schemas.microsoft.com/office/drawing/2014/main" id="{A9FF67D2-BCEC-3686-FF08-D56E946EF322}"/>
              </a:ext>
            </a:extLst>
          </p:cNvPr>
          <p:cNvSpPr txBox="1"/>
          <p:nvPr/>
        </p:nvSpPr>
        <p:spPr>
          <a:xfrm>
            <a:off x="6096000" y="5765138"/>
            <a:ext cx="5913120" cy="954107"/>
          </a:xfrm>
          <a:prstGeom prst="rect">
            <a:avLst/>
          </a:prstGeom>
          <a:noFill/>
        </p:spPr>
        <p:txBody>
          <a:bodyPr wrap="square" rtlCol="0">
            <a:spAutoFit/>
          </a:bodyPr>
          <a:lstStyle/>
          <a:p>
            <a:r>
              <a:rPr lang="en-US" sz="1400" i="1"/>
              <a:t>Note. </a:t>
            </a:r>
            <a:r>
              <a:rPr lang="en-US" sz="1400"/>
              <a:t>N = 36,099 trials. The solid line is the fitted regression line (</a:t>
            </a:r>
            <a:r>
              <a:rPr lang="en-US" sz="1400" i="1"/>
              <a:t>b </a:t>
            </a:r>
            <a:r>
              <a:rPr lang="en-US" sz="1400"/>
              <a:t>= 0.741). The dashed line shows a one-to-one slope (</a:t>
            </a:r>
            <a:r>
              <a:rPr lang="en-US" sz="1400" i="1"/>
              <a:t>b </a:t>
            </a:r>
            <a:r>
              <a:rPr lang="en-US" sz="1400"/>
              <a:t>= 1) through the same mean point. Large dots are mean latencies at each distinct sentence duration.</a:t>
            </a:r>
            <a:endParaRPr lang="en-US" sz="1400" i="1"/>
          </a:p>
        </p:txBody>
      </p:sp>
    </p:spTree>
    <p:extLst>
      <p:ext uri="{BB962C8B-B14F-4D97-AF65-F5344CB8AC3E}">
        <p14:creationId xmlns:p14="http://schemas.microsoft.com/office/powerpoint/2010/main" val="226648558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E98B0-9534-D22E-B582-4265F4F20E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740C98-0B8F-21C4-51D0-FA444E981984}"/>
              </a:ext>
            </a:extLst>
          </p:cNvPr>
          <p:cNvSpPr>
            <a:spLocks noGrp="1"/>
          </p:cNvSpPr>
          <p:nvPr>
            <p:ph type="title"/>
          </p:nvPr>
        </p:nvSpPr>
        <p:spPr>
          <a:xfrm>
            <a:off x="328904" y="318068"/>
            <a:ext cx="9443789" cy="1000281"/>
          </a:xfrm>
          <a:solidFill>
            <a:srgbClr val="7030A0"/>
          </a:solidFill>
        </p:spPr>
        <p:txBody>
          <a:bodyPr>
            <a:normAutofit fontScale="90000"/>
          </a:bodyPr>
          <a:lstStyle/>
          <a:p>
            <a:r>
              <a:rPr lang="en-US" sz="3600"/>
              <a:t>RQ2: How strongly does move time correlate with sentence duration?</a:t>
            </a:r>
          </a:p>
        </p:txBody>
      </p:sp>
      <p:sp>
        <p:nvSpPr>
          <p:cNvPr id="5" name="TextBox 4">
            <a:extLst>
              <a:ext uri="{FF2B5EF4-FFF2-40B4-BE49-F238E27FC236}">
                <a16:creationId xmlns:a16="http://schemas.microsoft.com/office/drawing/2014/main" id="{D88A0BF0-A8D8-29C1-3302-FEDACAC809F9}"/>
              </a:ext>
            </a:extLst>
          </p:cNvPr>
          <p:cNvSpPr txBox="1"/>
          <p:nvPr/>
        </p:nvSpPr>
        <p:spPr>
          <a:xfrm>
            <a:off x="332410" y="4416422"/>
            <a:ext cx="629159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Prediction:</a:t>
            </a:r>
            <a:r>
              <a:rPr lang="en-US"/>
              <a:t> Those with quicker move times, will also have shorter sentence duration.</a:t>
            </a:r>
          </a:p>
        </p:txBody>
      </p:sp>
      <p:sp>
        <p:nvSpPr>
          <p:cNvPr id="2" name="TextBox 1">
            <a:extLst>
              <a:ext uri="{FF2B5EF4-FFF2-40B4-BE49-F238E27FC236}">
                <a16:creationId xmlns:a16="http://schemas.microsoft.com/office/drawing/2014/main" id="{859B5C54-46EE-C99C-0B19-51CE5686C74E}"/>
              </a:ext>
            </a:extLst>
          </p:cNvPr>
          <p:cNvSpPr txBox="1"/>
          <p:nvPr/>
        </p:nvSpPr>
        <p:spPr>
          <a:xfrm>
            <a:off x="1170454" y="2356727"/>
            <a:ext cx="1929669" cy="4586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9049685A-A9D4-8DE1-8CE6-AF7C10C1DB84}"/>
              </a:ext>
            </a:extLst>
          </p:cNvPr>
          <p:cNvSpPr txBox="1"/>
          <p:nvPr/>
        </p:nvSpPr>
        <p:spPr>
          <a:xfrm>
            <a:off x="325077" y="2345283"/>
            <a:ext cx="6804806"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Hypotheses:</a:t>
            </a:r>
            <a:r>
              <a:rPr lang="en-US"/>
              <a:t> Due to longer sentences requiring you to move more slowly/take more time, this will be reflected in the correlation.</a:t>
            </a:r>
          </a:p>
        </p:txBody>
      </p:sp>
      <p:pic>
        <p:nvPicPr>
          <p:cNvPr id="6" name="Picture 5" descr="A person in front of a map&#10;&#10;AI-generated content may be incorrect.">
            <a:extLst>
              <a:ext uri="{FF2B5EF4-FFF2-40B4-BE49-F238E27FC236}">
                <a16:creationId xmlns:a16="http://schemas.microsoft.com/office/drawing/2014/main" id="{B2242124-D5A4-6EBB-AF5C-AC0F3D5E6A13}"/>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7002457" y="1713600"/>
            <a:ext cx="4771915" cy="3186383"/>
          </a:xfrm>
          <a:prstGeom prst="rect">
            <a:avLst/>
          </a:prstGeom>
        </p:spPr>
      </p:pic>
    </p:spTree>
    <p:extLst>
      <p:ext uri="{BB962C8B-B14F-4D97-AF65-F5344CB8AC3E}">
        <p14:creationId xmlns:p14="http://schemas.microsoft.com/office/powerpoint/2010/main" val="146010421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BF41E-F97E-5F13-5CAD-6F42D5E646F9}"/>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40713076-6F76-F904-A6D9-A8683D3E0963}"/>
              </a:ext>
            </a:extLst>
          </p:cNvPr>
          <p:cNvSpPr txBox="1"/>
          <p:nvPr/>
        </p:nvSpPr>
        <p:spPr>
          <a:xfrm>
            <a:off x="189859" y="271935"/>
            <a:ext cx="5942651" cy="646331"/>
          </a:xfrm>
          <a:prstGeom prst="rect">
            <a:avLst/>
          </a:prstGeom>
          <a:solidFill>
            <a:srgbClr val="7030A0"/>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t>RQ2: Analyses and Results</a:t>
            </a:r>
          </a:p>
        </p:txBody>
      </p:sp>
      <p:sp>
        <p:nvSpPr>
          <p:cNvPr id="5" name="TextBox 4">
            <a:extLst>
              <a:ext uri="{FF2B5EF4-FFF2-40B4-BE49-F238E27FC236}">
                <a16:creationId xmlns:a16="http://schemas.microsoft.com/office/drawing/2014/main" id="{3545ADAA-ADA4-DAEE-F2B6-62478AF77C7B}"/>
              </a:ext>
            </a:extLst>
          </p:cNvPr>
          <p:cNvSpPr txBox="1"/>
          <p:nvPr/>
        </p:nvSpPr>
        <p:spPr>
          <a:xfrm>
            <a:off x="427057" y="1565878"/>
            <a:ext cx="460273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Analysis:</a:t>
            </a:r>
            <a:r>
              <a:rPr lang="en-US"/>
              <a:t> The correlation came to be almost 0, thus not displaying any type of linear relationship between these 2 variables.</a:t>
            </a:r>
          </a:p>
        </p:txBody>
      </p:sp>
      <p:sp>
        <p:nvSpPr>
          <p:cNvPr id="6" name="TextBox 5">
            <a:extLst>
              <a:ext uri="{FF2B5EF4-FFF2-40B4-BE49-F238E27FC236}">
                <a16:creationId xmlns:a16="http://schemas.microsoft.com/office/drawing/2014/main" id="{0E5869CC-7414-1025-94FC-478241D75315}"/>
              </a:ext>
            </a:extLst>
          </p:cNvPr>
          <p:cNvSpPr txBox="1"/>
          <p:nvPr/>
        </p:nvSpPr>
        <p:spPr>
          <a:xfrm>
            <a:off x="429917" y="3138995"/>
            <a:ext cx="476090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Results:</a:t>
            </a:r>
            <a:r>
              <a:rPr lang="en-US"/>
              <a:t> r=-0.0055 correlation between move time and sentence duration</a:t>
            </a:r>
          </a:p>
          <a:p>
            <a:endParaRPr lang="en-US"/>
          </a:p>
        </p:txBody>
      </p:sp>
      <p:sp>
        <p:nvSpPr>
          <p:cNvPr id="7" name="TextBox 6">
            <a:extLst>
              <a:ext uri="{FF2B5EF4-FFF2-40B4-BE49-F238E27FC236}">
                <a16:creationId xmlns:a16="http://schemas.microsoft.com/office/drawing/2014/main" id="{8372CE34-886F-4F5A-8612-AAF7799A8F4C}"/>
              </a:ext>
            </a:extLst>
          </p:cNvPr>
          <p:cNvSpPr txBox="1"/>
          <p:nvPr/>
        </p:nvSpPr>
        <p:spPr>
          <a:xfrm>
            <a:off x="428498" y="4347331"/>
            <a:ext cx="4397114"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Takeaways:</a:t>
            </a:r>
            <a:r>
              <a:rPr lang="en-US"/>
              <a:t>  The prediction of having quicker move time equaling shorter sentence duration was not consistently proven enough to produce a substantive correlation</a:t>
            </a:r>
          </a:p>
        </p:txBody>
      </p:sp>
      <p:pic>
        <p:nvPicPr>
          <p:cNvPr id="3" name="Picture 2">
            <a:extLst>
              <a:ext uri="{FF2B5EF4-FFF2-40B4-BE49-F238E27FC236}">
                <a16:creationId xmlns:a16="http://schemas.microsoft.com/office/drawing/2014/main" id="{CFD70D00-4BA1-004E-13A7-A87741AEBF55}"/>
              </a:ext>
            </a:extLst>
          </p:cNvPr>
          <p:cNvPicPr>
            <a:picLocks noChangeAspect="1"/>
          </p:cNvPicPr>
          <p:nvPr/>
        </p:nvPicPr>
        <p:blipFill>
          <a:blip r:embed="rId2"/>
          <a:stretch>
            <a:fillRect/>
          </a:stretch>
        </p:blipFill>
        <p:spPr>
          <a:xfrm>
            <a:off x="5680854" y="919368"/>
            <a:ext cx="6329947" cy="5350567"/>
          </a:xfrm>
          <a:prstGeom prst="rect">
            <a:avLst/>
          </a:prstGeom>
        </p:spPr>
      </p:pic>
    </p:spTree>
    <p:extLst>
      <p:ext uri="{BB962C8B-B14F-4D97-AF65-F5344CB8AC3E}">
        <p14:creationId xmlns:p14="http://schemas.microsoft.com/office/powerpoint/2010/main" val="317448603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366F-2812-1D60-4B05-37410066E8E0}"/>
              </a:ext>
            </a:extLst>
          </p:cNvPr>
          <p:cNvSpPr>
            <a:spLocks noGrp="1"/>
          </p:cNvSpPr>
          <p:nvPr>
            <p:ph type="title"/>
          </p:nvPr>
        </p:nvSpPr>
        <p:spPr>
          <a:xfrm>
            <a:off x="1172544" y="173922"/>
            <a:ext cx="9684477" cy="2541103"/>
          </a:xfrm>
          <a:solidFill>
            <a:schemeClr val="accent2"/>
          </a:solidFill>
          <a:ln>
            <a:noFill/>
          </a:ln>
        </p:spPr>
        <p:txBody>
          <a:bodyPr>
            <a:normAutofit/>
          </a:bodyPr>
          <a:lstStyle/>
          <a:p>
            <a:pPr algn="ctr"/>
            <a:r>
              <a:rPr lang="en-US" sz="4400"/>
              <a:t>Research Question 3: </a:t>
            </a:r>
            <a:br>
              <a:rPr lang="en-US" sz="4400">
                <a:latin typeface="Neue Haas Grotesk Text Pro"/>
                <a:ea typeface="Open Sans"/>
                <a:cs typeface="Open Sans"/>
              </a:rPr>
            </a:br>
            <a:r>
              <a:rPr lang="en-US" sz="4400">
                <a:latin typeface="Neue Haas Grotesk Text Pro"/>
                <a:ea typeface="Open Sans"/>
                <a:cs typeface="Open Sans"/>
              </a:rPr>
              <a:t> To what extent do participants' lift-off latency and move time correlate?</a:t>
            </a:r>
            <a:br>
              <a:rPr lang="en-US"/>
            </a:br>
            <a:endParaRPr lang="en-US"/>
          </a:p>
        </p:txBody>
      </p:sp>
      <p:sp>
        <p:nvSpPr>
          <p:cNvPr id="6" name="TextBox 5">
            <a:extLst>
              <a:ext uri="{FF2B5EF4-FFF2-40B4-BE49-F238E27FC236}">
                <a16:creationId xmlns:a16="http://schemas.microsoft.com/office/drawing/2014/main" id="{01BB8F9F-294C-0E9E-3F32-DC33429987BA}"/>
              </a:ext>
            </a:extLst>
          </p:cNvPr>
          <p:cNvSpPr txBox="1"/>
          <p:nvPr/>
        </p:nvSpPr>
        <p:spPr>
          <a:xfrm>
            <a:off x="1174230" y="2067394"/>
            <a:ext cx="98435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Pearson correlation coefficient (r) between participant-level mean lift-off latency and move time (N = 1,278)</a:t>
            </a:r>
            <a:endParaRPr lang="en-US"/>
          </a:p>
        </p:txBody>
      </p:sp>
      <p:pic>
        <p:nvPicPr>
          <p:cNvPr id="15" name="Picture 14" descr="Confused - Free people icons">
            <a:extLst>
              <a:ext uri="{FF2B5EF4-FFF2-40B4-BE49-F238E27FC236}">
                <a16:creationId xmlns:a16="http://schemas.microsoft.com/office/drawing/2014/main" id="{43176808-7B08-FE2E-CCE2-9ABD48E10A58}"/>
              </a:ext>
            </a:extLst>
          </p:cNvPr>
          <p:cNvPicPr>
            <a:picLocks noChangeAspect="1"/>
          </p:cNvPicPr>
          <p:nvPr/>
        </p:nvPicPr>
        <p:blipFill>
          <a:blip r:embed="rId3"/>
          <a:stretch>
            <a:fillRect/>
          </a:stretch>
        </p:blipFill>
        <p:spPr>
          <a:xfrm rot="5400000">
            <a:off x="10762587" y="253171"/>
            <a:ext cx="1339186" cy="1186082"/>
          </a:xfrm>
          <a:prstGeom prst="rect">
            <a:avLst/>
          </a:prstGeom>
        </p:spPr>
      </p:pic>
      <p:sp>
        <p:nvSpPr>
          <p:cNvPr id="16" name="TextBox 15">
            <a:extLst>
              <a:ext uri="{FF2B5EF4-FFF2-40B4-BE49-F238E27FC236}">
                <a16:creationId xmlns:a16="http://schemas.microsoft.com/office/drawing/2014/main" id="{CB3BD71D-8011-02D3-B084-87C107EA91EF}"/>
              </a:ext>
            </a:extLst>
          </p:cNvPr>
          <p:cNvSpPr txBox="1"/>
          <p:nvPr/>
        </p:nvSpPr>
        <p:spPr>
          <a:xfrm>
            <a:off x="2310982" y="3210393"/>
            <a:ext cx="1481529" cy="369332"/>
          </a:xfrm>
          <a:prstGeom prst="rect">
            <a:avLst/>
          </a:prstGeom>
          <a:noFill/>
          <a:ln>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Neue Haas Grotesk Text Pro"/>
              </a:rPr>
              <a:t>Hypothesis:</a:t>
            </a:r>
            <a:endParaRPr lang="en-US">
              <a:latin typeface="Neue Haas Grotesk Text Pro"/>
              <a:ea typeface="Open Sans"/>
              <a:cs typeface="Open Sans"/>
            </a:endParaRPr>
          </a:p>
        </p:txBody>
      </p:sp>
      <p:sp>
        <p:nvSpPr>
          <p:cNvPr id="17" name="TextBox 16">
            <a:extLst>
              <a:ext uri="{FF2B5EF4-FFF2-40B4-BE49-F238E27FC236}">
                <a16:creationId xmlns:a16="http://schemas.microsoft.com/office/drawing/2014/main" id="{4B61308B-2BA3-0A93-F293-DEFBA7C71543}"/>
              </a:ext>
            </a:extLst>
          </p:cNvPr>
          <p:cNvSpPr txBox="1"/>
          <p:nvPr/>
        </p:nvSpPr>
        <p:spPr>
          <a:xfrm>
            <a:off x="1174230" y="3710065"/>
            <a:ext cx="4629462"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Separate processing phases are represented by movement execution (move time) and movement initiation (lift-off latency).</a:t>
            </a:r>
            <a:endParaRPr lang="en-US">
              <a:solidFill>
                <a:srgbClr val="000000"/>
              </a:solidFill>
            </a:endParaRPr>
          </a:p>
          <a:p>
            <a:pPr algn="l"/>
            <a:endParaRPr lang="en-US"/>
          </a:p>
        </p:txBody>
      </p:sp>
      <p:sp>
        <p:nvSpPr>
          <p:cNvPr id="18" name="TextBox 17">
            <a:extLst>
              <a:ext uri="{FF2B5EF4-FFF2-40B4-BE49-F238E27FC236}">
                <a16:creationId xmlns:a16="http://schemas.microsoft.com/office/drawing/2014/main" id="{0C759E53-7D80-9470-D030-2DF8B06C2CD6}"/>
              </a:ext>
            </a:extLst>
          </p:cNvPr>
          <p:cNvSpPr txBox="1"/>
          <p:nvPr/>
        </p:nvSpPr>
        <p:spPr>
          <a:xfrm>
            <a:off x="7577839" y="3210565"/>
            <a:ext cx="1481529" cy="369332"/>
          </a:xfrm>
          <a:prstGeom prst="rect">
            <a:avLst/>
          </a:prstGeom>
          <a:noFill/>
          <a:ln>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atin typeface="Neue Haas Grotesk Text Pro"/>
              </a:rPr>
              <a:t>Prediction:</a:t>
            </a:r>
            <a:endParaRPr lang="en-US">
              <a:latin typeface="Neue Haas Grotesk Text Pro"/>
              <a:ea typeface="Open Sans"/>
              <a:cs typeface="Open Sans"/>
            </a:endParaRPr>
          </a:p>
        </p:txBody>
      </p:sp>
      <p:sp>
        <p:nvSpPr>
          <p:cNvPr id="19" name="TextBox 18">
            <a:extLst>
              <a:ext uri="{FF2B5EF4-FFF2-40B4-BE49-F238E27FC236}">
                <a16:creationId xmlns:a16="http://schemas.microsoft.com/office/drawing/2014/main" id="{5B23A5AF-91E9-9F5A-28C3-7E8FAF08CB4F}"/>
              </a:ext>
            </a:extLst>
          </p:cNvPr>
          <p:cNvSpPr txBox="1"/>
          <p:nvPr/>
        </p:nvSpPr>
        <p:spPr>
          <a:xfrm>
            <a:off x="5814134" y="3710065"/>
            <a:ext cx="4921096" cy="840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latin typeface="Open Sans"/>
                <a:ea typeface="Open Sans"/>
                <a:cs typeface="Open Sans"/>
              </a:rPr>
              <a:t>There will be little to no association between the two variables since slower commencement times cannot anticipate slower execution times</a:t>
            </a:r>
            <a:endParaRPr lang="en-US"/>
          </a:p>
        </p:txBody>
      </p:sp>
    </p:spTree>
    <p:extLst>
      <p:ext uri="{BB962C8B-B14F-4D97-AF65-F5344CB8AC3E}">
        <p14:creationId xmlns:p14="http://schemas.microsoft.com/office/powerpoint/2010/main" val="381567794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D32566-59E0-97C6-1949-75EB270893F5}"/>
              </a:ext>
            </a:extLst>
          </p:cNvPr>
          <p:cNvSpPr txBox="1"/>
          <p:nvPr/>
        </p:nvSpPr>
        <p:spPr>
          <a:xfrm>
            <a:off x="274820" y="287312"/>
            <a:ext cx="8964117" cy="769441"/>
          </a:xfrm>
          <a:prstGeom prst="rect">
            <a:avLst/>
          </a:prstGeom>
          <a:solidFill>
            <a:srgbClr val="7030A0"/>
          </a:solid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t>RQ3: Analysis and Results</a:t>
            </a:r>
          </a:p>
        </p:txBody>
      </p:sp>
      <p:sp>
        <p:nvSpPr>
          <p:cNvPr id="6" name="TextBox 5">
            <a:extLst>
              <a:ext uri="{FF2B5EF4-FFF2-40B4-BE49-F238E27FC236}">
                <a16:creationId xmlns:a16="http://schemas.microsoft.com/office/drawing/2014/main" id="{FEE88542-28FC-D1F5-DC16-53A2340A4F90}"/>
              </a:ext>
            </a:extLst>
          </p:cNvPr>
          <p:cNvSpPr txBox="1"/>
          <p:nvPr/>
        </p:nvSpPr>
        <p:spPr>
          <a:xfrm>
            <a:off x="399737" y="2261017"/>
            <a:ext cx="2743200" cy="365760"/>
          </a:xfrm>
          <a:prstGeom prst="rect">
            <a:avLst/>
          </a:prstGeom>
          <a:noFill/>
          <a:ln>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Statistical Analysis</a:t>
            </a:r>
          </a:p>
        </p:txBody>
      </p:sp>
      <p:sp>
        <p:nvSpPr>
          <p:cNvPr id="7" name="TextBox 6">
            <a:extLst>
              <a:ext uri="{FF2B5EF4-FFF2-40B4-BE49-F238E27FC236}">
                <a16:creationId xmlns:a16="http://schemas.microsoft.com/office/drawing/2014/main" id="{F061B3C6-6152-9F49-F12A-31095D3499AA}"/>
              </a:ext>
            </a:extLst>
          </p:cNvPr>
          <p:cNvSpPr txBox="1"/>
          <p:nvPr/>
        </p:nvSpPr>
        <p:spPr>
          <a:xfrm>
            <a:off x="274820" y="2841885"/>
            <a:ext cx="30480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algn="ctr" rtl="0">
              <a:buFont typeface="Arial,Sans-Serif"/>
              <a:buChar char="•"/>
            </a:pPr>
            <a:r>
              <a:rPr lang="en-US" sz="1800" baseline="0">
                <a:solidFill>
                  <a:srgbClr val="FFFFFF"/>
                </a:solidFill>
                <a:latin typeface="Neue Haas Grotesk Text Pro"/>
                <a:ea typeface="Arial"/>
                <a:cs typeface="Arial"/>
              </a:rPr>
              <a:t>Because both variables are continuous (measured in milliseconds) and the objective is to assess the degree and direction of the linear association between movement initiation and movement execution among participants (N = 1,278), the Pearson correlation coefficient (r) was selected.  </a:t>
            </a:r>
            <a:r>
              <a:rPr lang="en-US" sz="1800">
                <a:solidFill>
                  <a:srgbClr val="FFFFFF"/>
                </a:solidFill>
                <a:latin typeface="Neue Haas Grotesk Text Pro"/>
                <a:ea typeface="Arial"/>
                <a:cs typeface="Arial"/>
              </a:rPr>
              <a:t>​</a:t>
            </a:r>
            <a:br>
              <a:rPr lang="en-US" sz="1800">
                <a:solidFill>
                  <a:srgbClr val="FFFFFF"/>
                </a:solidFill>
                <a:latin typeface="Neue Haas Grotesk Text Pro"/>
                <a:ea typeface="Arial"/>
                <a:cs typeface="Arial"/>
              </a:rPr>
            </a:br>
            <a:r>
              <a:rPr lang="en-US" sz="1800" baseline="0">
                <a:solidFill>
                  <a:srgbClr val="FFFFFF"/>
                </a:solidFill>
                <a:latin typeface="Neue Haas Grotesk Text Pro"/>
                <a:ea typeface="Arial"/>
                <a:cs typeface="Arial"/>
              </a:rPr>
              <a:t> </a:t>
            </a:r>
          </a:p>
          <a:p>
            <a:pPr algn="ctr"/>
            <a:endParaRPr lang="en-US"/>
          </a:p>
        </p:txBody>
      </p:sp>
      <p:sp>
        <p:nvSpPr>
          <p:cNvPr id="9" name="TextBox 8">
            <a:extLst>
              <a:ext uri="{FF2B5EF4-FFF2-40B4-BE49-F238E27FC236}">
                <a16:creationId xmlns:a16="http://schemas.microsoft.com/office/drawing/2014/main" id="{ACF83D02-FC30-B8A9-CE8E-36BEFB1BB63D}"/>
              </a:ext>
            </a:extLst>
          </p:cNvPr>
          <p:cNvSpPr txBox="1"/>
          <p:nvPr/>
        </p:nvSpPr>
        <p:spPr>
          <a:xfrm>
            <a:off x="4459575" y="2248525"/>
            <a:ext cx="1918741" cy="369332"/>
          </a:xfrm>
          <a:prstGeom prst="rect">
            <a:avLst/>
          </a:prstGeom>
          <a:noFill/>
          <a:ln>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Key Findings </a:t>
            </a:r>
            <a:endParaRPr lang="en-US"/>
          </a:p>
        </p:txBody>
      </p:sp>
      <p:sp>
        <p:nvSpPr>
          <p:cNvPr id="10" name="TextBox 9">
            <a:extLst>
              <a:ext uri="{FF2B5EF4-FFF2-40B4-BE49-F238E27FC236}">
                <a16:creationId xmlns:a16="http://schemas.microsoft.com/office/drawing/2014/main" id="{A50714AF-88CA-923F-0611-EFD651D8253E}"/>
              </a:ext>
            </a:extLst>
          </p:cNvPr>
          <p:cNvSpPr txBox="1"/>
          <p:nvPr/>
        </p:nvSpPr>
        <p:spPr>
          <a:xfrm>
            <a:off x="3872459" y="2841885"/>
            <a:ext cx="2823148"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rtl="0">
              <a:buFont typeface="Arial,Sans-Serif"/>
              <a:buChar char="•"/>
            </a:pPr>
            <a:r>
              <a:rPr lang="en-US" sz="1800" baseline="0">
                <a:solidFill>
                  <a:srgbClr val="FFFFFF"/>
                </a:solidFill>
                <a:latin typeface="Neue Haas Grotesk Text Pro"/>
                <a:ea typeface="Arial"/>
                <a:cs typeface="Arial"/>
              </a:rPr>
              <a:t>Weak, positive, but statistically significant correlation: </a:t>
            </a:r>
            <a:r>
              <a:rPr lang="en-US" sz="1800" b="1" baseline="0">
                <a:solidFill>
                  <a:srgbClr val="FFFFFF"/>
                </a:solidFill>
                <a:latin typeface="Neue Haas Grotesk Text Pro"/>
                <a:ea typeface="Arial"/>
                <a:cs typeface="Arial"/>
              </a:rPr>
              <a:t>r(1276) = .17, 95[.11, .22], p &lt; .001</a:t>
            </a:r>
            <a:r>
              <a:rPr lang="en-US" sz="1800">
                <a:solidFill>
                  <a:srgbClr val="FFFFFF"/>
                </a:solidFill>
                <a:latin typeface="Neue Haas Grotesk Text Pro"/>
                <a:ea typeface="Arial"/>
                <a:cs typeface="Arial"/>
              </a:rPr>
              <a:t>​</a:t>
            </a:r>
          </a:p>
          <a:p>
            <a:pPr algn="ctr"/>
            <a:endParaRPr lang="en-US"/>
          </a:p>
        </p:txBody>
      </p:sp>
      <p:sp>
        <p:nvSpPr>
          <p:cNvPr id="11" name="TextBox 10">
            <a:extLst>
              <a:ext uri="{FF2B5EF4-FFF2-40B4-BE49-F238E27FC236}">
                <a16:creationId xmlns:a16="http://schemas.microsoft.com/office/drawing/2014/main" id="{58D68616-9B5A-C116-6D5B-661875E3EBA4}"/>
              </a:ext>
            </a:extLst>
          </p:cNvPr>
          <p:cNvSpPr txBox="1"/>
          <p:nvPr/>
        </p:nvSpPr>
        <p:spPr>
          <a:xfrm>
            <a:off x="3872459" y="4603230"/>
            <a:ext cx="282314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lvl="0" indent="-285750" rtl="0">
              <a:buFont typeface="Arial,Sans-Serif"/>
              <a:buChar char="•"/>
            </a:pPr>
            <a:r>
              <a:rPr lang="en-US" sz="1800" baseline="0">
                <a:solidFill>
                  <a:srgbClr val="FFFFFF"/>
                </a:solidFill>
                <a:latin typeface="Neue Haas Grotesk Text Pro"/>
                <a:ea typeface="Arial"/>
                <a:cs typeface="Arial"/>
              </a:rPr>
              <a:t>The two measures share approximately </a:t>
            </a:r>
            <a:r>
              <a:rPr lang="en-US" sz="1800" b="1" baseline="0">
                <a:solidFill>
                  <a:srgbClr val="FFFFFF"/>
                </a:solidFill>
                <a:latin typeface="Neue Haas Grotesk Text Pro"/>
                <a:ea typeface="Arial"/>
                <a:cs typeface="Arial"/>
              </a:rPr>
              <a:t>3% of their variance</a:t>
            </a:r>
            <a:r>
              <a:rPr lang="en-US" sz="1800">
                <a:solidFill>
                  <a:srgbClr val="FFFFFF"/>
                </a:solidFill>
                <a:latin typeface="Neue Haas Grotesk Text Pro"/>
                <a:ea typeface="Arial"/>
                <a:cs typeface="Arial"/>
              </a:rPr>
              <a:t>​</a:t>
            </a:r>
          </a:p>
          <a:p>
            <a:pPr algn="ctr"/>
            <a:endParaRPr lang="en-US"/>
          </a:p>
        </p:txBody>
      </p:sp>
      <p:pic>
        <p:nvPicPr>
          <p:cNvPr id="12" name="Picture 11">
            <a:extLst>
              <a:ext uri="{FF2B5EF4-FFF2-40B4-BE49-F238E27FC236}">
                <a16:creationId xmlns:a16="http://schemas.microsoft.com/office/drawing/2014/main" id="{A0DE6DBE-AE22-3A9F-0314-F8A2C5BAD343}"/>
              </a:ext>
            </a:extLst>
          </p:cNvPr>
          <p:cNvPicPr>
            <a:picLocks noChangeAspect="1"/>
          </p:cNvPicPr>
          <p:nvPr/>
        </p:nvPicPr>
        <p:blipFill>
          <a:blip r:embed="rId3"/>
          <a:stretch>
            <a:fillRect/>
          </a:stretch>
        </p:blipFill>
        <p:spPr>
          <a:xfrm>
            <a:off x="6682152" y="1586458"/>
            <a:ext cx="5136054" cy="3622624"/>
          </a:xfrm>
          <a:prstGeom prst="rect">
            <a:avLst/>
          </a:prstGeom>
        </p:spPr>
      </p:pic>
    </p:spTree>
    <p:extLst>
      <p:ext uri="{BB962C8B-B14F-4D97-AF65-F5344CB8AC3E}">
        <p14:creationId xmlns:p14="http://schemas.microsoft.com/office/powerpoint/2010/main" val="4219502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7608A88-9803-5DF5-9B1D-303C3EEEA6FD}"/>
              </a:ext>
            </a:extLst>
          </p:cNvPr>
          <p:cNvSpPr txBox="1"/>
          <p:nvPr/>
        </p:nvSpPr>
        <p:spPr>
          <a:xfrm>
            <a:off x="3124674" y="317655"/>
            <a:ext cx="5942651" cy="646331"/>
          </a:xfrm>
          <a:prstGeom prst="rect">
            <a:avLst/>
          </a:prstGeom>
          <a:solidFill>
            <a:schemeClr val="accent2"/>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t>Limitations</a:t>
            </a:r>
          </a:p>
        </p:txBody>
      </p:sp>
      <p:sp>
        <p:nvSpPr>
          <p:cNvPr id="8" name="TextBox 7">
            <a:extLst>
              <a:ext uri="{FF2B5EF4-FFF2-40B4-BE49-F238E27FC236}">
                <a16:creationId xmlns:a16="http://schemas.microsoft.com/office/drawing/2014/main" id="{EB00C329-C7DE-B292-4933-8C8D6B378670}"/>
              </a:ext>
            </a:extLst>
          </p:cNvPr>
          <p:cNvSpPr txBox="1"/>
          <p:nvPr/>
        </p:nvSpPr>
        <p:spPr>
          <a:xfrm>
            <a:off x="464820" y="1600200"/>
            <a:ext cx="11262360" cy="3970318"/>
          </a:xfrm>
          <a:prstGeom prst="rect">
            <a:avLst/>
          </a:prstGeom>
          <a:noFill/>
        </p:spPr>
        <p:txBody>
          <a:bodyPr wrap="square" rtlCol="0">
            <a:spAutoFit/>
          </a:bodyPr>
          <a:lstStyle/>
          <a:p>
            <a:pPr marL="342900" indent="-342900">
              <a:buAutoNum type="arabicPeriod"/>
            </a:pPr>
            <a:r>
              <a:rPr lang="en-US" sz="2800"/>
              <a:t>Trials are not independent </a:t>
            </a:r>
          </a:p>
          <a:p>
            <a:pPr marL="342900" indent="-342900">
              <a:buAutoNum type="arabicPeriod"/>
            </a:pPr>
            <a:endParaRPr lang="en-US" sz="2800"/>
          </a:p>
          <a:p>
            <a:pPr marL="342900" indent="-342900">
              <a:buAutoNum type="arabicPeriod"/>
            </a:pPr>
            <a:r>
              <a:rPr lang="en-US" sz="2800"/>
              <a:t>Pooling trials mixes people </a:t>
            </a:r>
          </a:p>
          <a:p>
            <a:pPr marL="342900" indent="-342900">
              <a:buAutoNum type="arabicPeriod"/>
            </a:pPr>
            <a:endParaRPr lang="en-US" sz="2800"/>
          </a:p>
          <a:p>
            <a:pPr marL="342900" indent="-342900">
              <a:buAutoNum type="arabicPeriod"/>
            </a:pPr>
            <a:r>
              <a:rPr lang="en-US" sz="2800"/>
              <a:t>None of the variables were manipulated</a:t>
            </a:r>
          </a:p>
          <a:p>
            <a:pPr marL="342900" indent="-342900">
              <a:buAutoNum type="arabicPeriod"/>
            </a:pPr>
            <a:endParaRPr lang="en-US" sz="2800"/>
          </a:p>
          <a:p>
            <a:pPr marL="342900" indent="-342900">
              <a:buAutoNum type="arabicPeriod"/>
            </a:pPr>
            <a:r>
              <a:rPr lang="en-US" sz="2800"/>
              <a:t>Trimming shrinks the range</a:t>
            </a:r>
          </a:p>
          <a:p>
            <a:pPr marL="342900" indent="-342900">
              <a:buAutoNum type="arabicPeriod"/>
            </a:pPr>
            <a:endParaRPr lang="en-US" sz="2800"/>
          </a:p>
          <a:p>
            <a:pPr marL="342900" indent="-342900">
              <a:buAutoNum type="arabicPeriod"/>
            </a:pPr>
            <a:r>
              <a:rPr lang="en-US" sz="2800"/>
              <a:t>Limited generalizability</a:t>
            </a:r>
          </a:p>
        </p:txBody>
      </p:sp>
    </p:spTree>
    <p:extLst>
      <p:ext uri="{BB962C8B-B14F-4D97-AF65-F5344CB8AC3E}">
        <p14:creationId xmlns:p14="http://schemas.microsoft.com/office/powerpoint/2010/main" val="5006035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1FA9-8795-5829-6712-3299F8DC7A0C}"/>
              </a:ext>
            </a:extLst>
          </p:cNvPr>
          <p:cNvSpPr>
            <a:spLocks noGrp="1"/>
          </p:cNvSpPr>
          <p:nvPr>
            <p:ph type="title"/>
          </p:nvPr>
        </p:nvSpPr>
        <p:spPr>
          <a:xfrm>
            <a:off x="2770233" y="104932"/>
            <a:ext cx="6651534" cy="764498"/>
          </a:xfrm>
          <a:solidFill>
            <a:schemeClr val="accent2"/>
          </a:solidFill>
        </p:spPr>
        <p:txBody>
          <a:bodyPr>
            <a:noAutofit/>
          </a:bodyPr>
          <a:lstStyle/>
          <a:p>
            <a:pPr algn="ctr"/>
            <a:r>
              <a:rPr lang="en-US" sz="4400"/>
              <a:t>General Discussion</a:t>
            </a:r>
          </a:p>
        </p:txBody>
      </p:sp>
      <p:sp>
        <p:nvSpPr>
          <p:cNvPr id="3" name="TextBox 2">
            <a:extLst>
              <a:ext uri="{FF2B5EF4-FFF2-40B4-BE49-F238E27FC236}">
                <a16:creationId xmlns:a16="http://schemas.microsoft.com/office/drawing/2014/main" id="{6C765491-69B1-AAF4-B69D-676F105E88BC}"/>
              </a:ext>
            </a:extLst>
          </p:cNvPr>
          <p:cNvSpPr txBox="1"/>
          <p:nvPr/>
        </p:nvSpPr>
        <p:spPr>
          <a:xfrm>
            <a:off x="509666" y="1543986"/>
            <a:ext cx="11377534" cy="923330"/>
          </a:xfrm>
          <a:prstGeom prst="rect">
            <a:avLst/>
          </a:prstGeom>
          <a:noFill/>
        </p:spPr>
        <p:txBody>
          <a:bodyPr wrap="square" rtlCol="0">
            <a:spAutoFit/>
          </a:bodyPr>
          <a:lstStyle/>
          <a:p>
            <a:r>
              <a:rPr lang="en-US"/>
              <a:t>RQ1: Lift-off latency rose with sentence duration, but less than one-to-one (</a:t>
            </a:r>
            <a:r>
              <a:rPr lang="en-US" i="1"/>
              <a:t>b </a:t>
            </a:r>
            <a:r>
              <a:rPr lang="en-US"/>
              <a:t>= 0.741). The wait after a sentence ends shrinks as sentences get longer, which fits listeners preparing before the sentence finishes. </a:t>
            </a:r>
          </a:p>
        </p:txBody>
      </p:sp>
      <p:sp>
        <p:nvSpPr>
          <p:cNvPr id="4" name="TextBox 3">
            <a:extLst>
              <a:ext uri="{FF2B5EF4-FFF2-40B4-BE49-F238E27FC236}">
                <a16:creationId xmlns:a16="http://schemas.microsoft.com/office/drawing/2014/main" id="{4564F790-9EDC-7C61-5F01-24A01D8A0531}"/>
              </a:ext>
            </a:extLst>
          </p:cNvPr>
          <p:cNvSpPr txBox="1"/>
          <p:nvPr/>
        </p:nvSpPr>
        <p:spPr>
          <a:xfrm>
            <a:off x="529965" y="3741510"/>
            <a:ext cx="105664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RQ3: </a:t>
            </a:r>
            <a:r>
              <a:rPr lang="en-US">
                <a:latin typeface="Neue Haas Grotesk Text Pro"/>
                <a:ea typeface="Open Sans"/>
                <a:cs typeface="Open Sans"/>
              </a:rPr>
              <a:t>The conclusion that reaction initiation and response execution qualify different cognitive and motor stages is supported by the fact that lift off delay and move time only shared 3% of their variance, although having a statistically significant positive connection (r(1276) =.17, p &lt;.001)</a:t>
            </a:r>
            <a:endParaRPr lang="en-US">
              <a:highlight>
                <a:srgbClr val="FFFFFF"/>
              </a:highlight>
              <a:latin typeface="Neue Haas Grotesk Text Pro"/>
              <a:ea typeface="Open Sans"/>
              <a:cs typeface="Open Sans"/>
            </a:endParaRPr>
          </a:p>
        </p:txBody>
      </p:sp>
      <p:sp>
        <p:nvSpPr>
          <p:cNvPr id="5" name="TextBox 4">
            <a:extLst>
              <a:ext uri="{FF2B5EF4-FFF2-40B4-BE49-F238E27FC236}">
                <a16:creationId xmlns:a16="http://schemas.microsoft.com/office/drawing/2014/main" id="{7DEB0E8C-ED93-944E-8D75-9FC68EADB1F6}"/>
              </a:ext>
            </a:extLst>
          </p:cNvPr>
          <p:cNvSpPr txBox="1"/>
          <p:nvPr/>
        </p:nvSpPr>
        <p:spPr>
          <a:xfrm>
            <a:off x="509136" y="2678140"/>
            <a:ext cx="1058358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RQ2: To conclude there was some discrepancy amongst quicker move times and shorter sentence duration, but it was not statistically significant.</a:t>
            </a:r>
          </a:p>
        </p:txBody>
      </p:sp>
    </p:spTree>
    <p:extLst>
      <p:ext uri="{BB962C8B-B14F-4D97-AF65-F5344CB8AC3E}">
        <p14:creationId xmlns:p14="http://schemas.microsoft.com/office/powerpoint/2010/main" val="2511406234"/>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A9D1D9-1521-2E47-4C87-DDEBD7DB5E86}"/>
              </a:ext>
            </a:extLst>
          </p:cNvPr>
          <p:cNvSpPr>
            <a:spLocks noGrp="1"/>
          </p:cNvSpPr>
          <p:nvPr>
            <p:ph type="title"/>
          </p:nvPr>
        </p:nvSpPr>
        <p:spPr>
          <a:xfrm>
            <a:off x="2770233" y="104932"/>
            <a:ext cx="6651534" cy="764498"/>
          </a:xfrm>
          <a:solidFill>
            <a:schemeClr val="accent2"/>
          </a:solidFill>
        </p:spPr>
        <p:txBody>
          <a:bodyPr>
            <a:noAutofit/>
          </a:bodyPr>
          <a:lstStyle/>
          <a:p>
            <a:pPr algn="ctr"/>
            <a:r>
              <a:rPr lang="en-US" sz="4400"/>
              <a:t>References</a:t>
            </a:r>
          </a:p>
        </p:txBody>
      </p:sp>
      <p:sp>
        <p:nvSpPr>
          <p:cNvPr id="6" name="TextBox 5">
            <a:extLst>
              <a:ext uri="{FF2B5EF4-FFF2-40B4-BE49-F238E27FC236}">
                <a16:creationId xmlns:a16="http://schemas.microsoft.com/office/drawing/2014/main" id="{B47521EE-C73F-24D2-5F43-6C0AB78F44EF}"/>
              </a:ext>
            </a:extLst>
          </p:cNvPr>
          <p:cNvSpPr txBox="1"/>
          <p:nvPr/>
        </p:nvSpPr>
        <p:spPr>
          <a:xfrm>
            <a:off x="765170" y="1715284"/>
            <a:ext cx="10463135" cy="1477328"/>
          </a:xfrm>
          <a:prstGeom prst="rect">
            <a:avLst/>
          </a:prstGeom>
          <a:noFill/>
        </p:spPr>
        <p:txBody>
          <a:bodyPr wrap="square" rtlCol="0">
            <a:spAutoFit/>
          </a:bodyPr>
          <a:lstStyle/>
          <a:p>
            <a:pPr indent="-457200"/>
            <a:r>
              <a:rPr lang="en-US"/>
              <a:t>Morey, R. D., Kaschak, M. P., Díez-</a:t>
            </a:r>
            <a:r>
              <a:rPr lang="en-US" err="1"/>
              <a:t>Álamo</a:t>
            </a:r>
            <a:r>
              <a:rPr lang="en-US"/>
              <a:t>, A. M., Glenberg, A. M., Zwaan, R. A., </a:t>
            </a:r>
            <a:r>
              <a:rPr lang="en-US" err="1"/>
              <a:t>Lakens</a:t>
            </a:r>
            <a:r>
              <a:rPr lang="en-US"/>
              <a:t>, </a:t>
            </a:r>
            <a:r>
              <a:rPr lang="en-US" err="1"/>
              <a:t>D.,Ibáñez</a:t>
            </a:r>
            <a:r>
              <a:rPr lang="en-US"/>
              <a:t>, A., García, A., Gianelli, C., Jones, J. L., Madden, J., </a:t>
            </a:r>
            <a:r>
              <a:rPr lang="en-US" err="1"/>
              <a:t>Alifano</a:t>
            </a:r>
            <a:r>
              <a:rPr lang="en-US"/>
              <a:t>, F., Bergen, </a:t>
            </a:r>
            <a:r>
              <a:rPr lang="en-US" err="1"/>
              <a:t>B.,Bloxsom</a:t>
            </a:r>
            <a:r>
              <a:rPr lang="en-US"/>
              <a:t>, N. G., Bub, D. N., Cai, Z. G., Chartier, C. R., Chatterjee, A., Conwell, E., …Ziv-</a:t>
            </a:r>
            <a:r>
              <a:rPr lang="en-US" err="1"/>
              <a:t>Crispel</a:t>
            </a:r>
            <a:r>
              <a:rPr lang="en-US"/>
              <a:t>, N. (2022). A pre-registered, multi-lab non-replication of the action-</a:t>
            </a:r>
            <a:r>
              <a:rPr lang="en-US" err="1"/>
              <a:t>sentencecompatibility</a:t>
            </a:r>
            <a:r>
              <a:rPr lang="en-US"/>
              <a:t> effect (ACE). Psychonomic Bulletin &amp; Review, 29(2), 613–626.https://doi.org/10.3758/s13423-021-01927-8</a:t>
            </a:r>
          </a:p>
        </p:txBody>
      </p:sp>
    </p:spTree>
    <p:extLst>
      <p:ext uri="{BB962C8B-B14F-4D97-AF65-F5344CB8AC3E}">
        <p14:creationId xmlns:p14="http://schemas.microsoft.com/office/powerpoint/2010/main" val="1850994469"/>
      </p:ext>
    </p:extLst>
  </p:cSld>
  <p:clrMapOvr>
    <a:masterClrMapping/>
  </p:clrMapOvr>
</p:sld>
</file>

<file path=ppt/theme/theme1.xml><?xml version="1.0" encoding="utf-8"?>
<a:theme xmlns:a="http://schemas.openxmlformats.org/drawingml/2006/main" name="Film Burn">
  <a:themeElements>
    <a:clrScheme name="Custom 2">
      <a:dk1>
        <a:srgbClr val="09090C"/>
      </a:dk1>
      <a:lt1>
        <a:sysClr val="window" lastClr="FFFFFF"/>
      </a:lt1>
      <a:dk2>
        <a:srgbClr val="000000"/>
      </a:dk2>
      <a:lt2>
        <a:srgbClr val="F9EFEC"/>
      </a:lt2>
      <a:accent1>
        <a:srgbClr val="CB49B2"/>
      </a:accent1>
      <a:accent2>
        <a:srgbClr val="7C3191"/>
      </a:accent2>
      <a:accent3>
        <a:srgbClr val="E95D48"/>
      </a:accent3>
      <a:accent4>
        <a:srgbClr val="F08E6B"/>
      </a:accent4>
      <a:accent5>
        <a:srgbClr val="D93752"/>
      </a:accent5>
      <a:accent6>
        <a:srgbClr val="EE7345"/>
      </a:accent6>
      <a:hlink>
        <a:srgbClr val="CB49B2"/>
      </a:hlink>
      <a:folHlink>
        <a:srgbClr val="E95D48"/>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lm burn" id="{4524321E-1019-4E52-AA1C-5D37B75CD749}" vid="{4A46179B-AA1B-40E1-9320-430DA2EBD8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ef9f489-e0a0-4eeb-87cc-3a526112fd0d}" enabled="0" method="" siteId="{9ef9f489-e0a0-4eeb-87cc-3a526112fd0d}" removed="1"/>
</clbl:labelList>
</file>

<file path=docProps/app.xml><?xml version="1.0" encoding="utf-8"?>
<Properties xmlns="http://schemas.openxmlformats.org/officeDocument/2006/extended-properties" xmlns:vt="http://schemas.openxmlformats.org/officeDocument/2006/docPropsVTypes">
  <Template>Film Burn</Template>
  <Application>Microsoft Office PowerPoint</Application>
  <PresentationFormat>Widescreen</PresentationFormat>
  <Slides>13</Slides>
  <Notes>9</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Film Burn</vt:lpstr>
      <vt:lpstr>Project ACE</vt:lpstr>
      <vt:lpstr>PowerPoint Presentation</vt:lpstr>
      <vt:lpstr>PowerPoint Presentation</vt:lpstr>
      <vt:lpstr>Descriptives and Variables</vt:lpstr>
      <vt:lpstr>RQ1: How strongly does lift-off latency scale with the duration of the spoken sentence, one-to-one or less?</vt:lpstr>
      <vt:lpstr>RQ1 – Analysis and Results</vt:lpstr>
      <vt:lpstr>RQ2: How strongly does move time correlate with sentence duration?</vt:lpstr>
      <vt:lpstr>PowerPoint Presentation</vt:lpstr>
      <vt:lpstr>Research Question 3:   To what extent do participants' lift-off latency and move time correlate? </vt:lpstr>
      <vt:lpstr>PowerPoint Presentation</vt:lpstr>
      <vt:lpstr>PowerPoint Presentation</vt:lpstr>
      <vt:lpstr>General Discussion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Bixler, Thomas M</dc:creator>
  <cp:revision>1</cp:revision>
  <dcterms:created xsi:type="dcterms:W3CDTF">2026-10-06T20:11:08Z</dcterms:created>
  <dcterms:modified xsi:type="dcterms:W3CDTF">2026-10-13T17:45:21Z</dcterms:modified>
</cp:coreProperties>
</file>